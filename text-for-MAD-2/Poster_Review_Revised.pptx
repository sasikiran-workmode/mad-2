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12801600" cy="9601200" type="A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2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02" y="62"/>
      </p:cViewPr>
      <p:guideLst>
        <p:guide orient="horz" pos="3024"/>
        <p:guide pos="40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960120" y="1571308"/>
            <a:ext cx="10881360" cy="334264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8400"/>
              <a:buFont typeface="Calibri"/>
              <a:buNone/>
              <a:defRPr sz="8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600200" y="5042853"/>
            <a:ext cx="9601200" cy="231806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00"/>
              </a:spcBef>
              <a:spcAft>
                <a:spcPts val="0"/>
              </a:spcAft>
              <a:buClr>
                <a:schemeClr val="dk1"/>
              </a:buClr>
              <a:buSzPts val="3360"/>
              <a:buNone/>
              <a:defRPr sz="3359"/>
            </a:lvl1pPr>
            <a:lvl2pPr lvl="1" algn="ctr">
              <a:lnSpc>
                <a:spcPct val="90000"/>
              </a:lnSpc>
              <a:spcBef>
                <a:spcPts val="700"/>
              </a:spcBef>
              <a:spcAft>
                <a:spcPts val="0"/>
              </a:spcAft>
              <a:buClr>
                <a:schemeClr val="dk1"/>
              </a:buClr>
              <a:buSzPts val="2800"/>
              <a:buNone/>
              <a:defRPr sz="2800"/>
            </a:lvl2pPr>
            <a:lvl3pPr lvl="2" algn="ctr">
              <a:lnSpc>
                <a:spcPct val="90000"/>
              </a:lnSpc>
              <a:spcBef>
                <a:spcPts val="700"/>
              </a:spcBef>
              <a:spcAft>
                <a:spcPts val="0"/>
              </a:spcAft>
              <a:buClr>
                <a:schemeClr val="dk1"/>
              </a:buClr>
              <a:buSzPts val="2520"/>
              <a:buNone/>
              <a:defRPr sz="2520"/>
            </a:lvl3pPr>
            <a:lvl4pPr lvl="3" algn="ctr">
              <a:lnSpc>
                <a:spcPct val="90000"/>
              </a:lnSpc>
              <a:spcBef>
                <a:spcPts val="700"/>
              </a:spcBef>
              <a:spcAft>
                <a:spcPts val="0"/>
              </a:spcAft>
              <a:buClr>
                <a:schemeClr val="dk1"/>
              </a:buClr>
              <a:buSzPts val="2240"/>
              <a:buNone/>
              <a:defRPr sz="2240"/>
            </a:lvl4pPr>
            <a:lvl5pPr lvl="4" algn="ctr">
              <a:lnSpc>
                <a:spcPct val="90000"/>
              </a:lnSpc>
              <a:spcBef>
                <a:spcPts val="700"/>
              </a:spcBef>
              <a:spcAft>
                <a:spcPts val="0"/>
              </a:spcAft>
              <a:buClr>
                <a:schemeClr val="dk1"/>
              </a:buClr>
              <a:buSzPts val="2240"/>
              <a:buNone/>
              <a:defRPr sz="2240"/>
            </a:lvl5pPr>
            <a:lvl6pPr lvl="5" algn="ctr">
              <a:lnSpc>
                <a:spcPct val="90000"/>
              </a:lnSpc>
              <a:spcBef>
                <a:spcPts val="700"/>
              </a:spcBef>
              <a:spcAft>
                <a:spcPts val="0"/>
              </a:spcAft>
              <a:buClr>
                <a:schemeClr val="dk1"/>
              </a:buClr>
              <a:buSzPts val="2240"/>
              <a:buNone/>
              <a:defRPr sz="2240"/>
            </a:lvl6pPr>
            <a:lvl7pPr lvl="6" algn="ctr">
              <a:lnSpc>
                <a:spcPct val="90000"/>
              </a:lnSpc>
              <a:spcBef>
                <a:spcPts val="700"/>
              </a:spcBef>
              <a:spcAft>
                <a:spcPts val="0"/>
              </a:spcAft>
              <a:buClr>
                <a:schemeClr val="dk1"/>
              </a:buClr>
              <a:buSzPts val="2240"/>
              <a:buNone/>
              <a:defRPr sz="2240"/>
            </a:lvl7pPr>
            <a:lvl8pPr lvl="7" algn="ctr">
              <a:lnSpc>
                <a:spcPct val="90000"/>
              </a:lnSpc>
              <a:spcBef>
                <a:spcPts val="700"/>
              </a:spcBef>
              <a:spcAft>
                <a:spcPts val="0"/>
              </a:spcAft>
              <a:buClr>
                <a:schemeClr val="dk1"/>
              </a:buClr>
              <a:buSzPts val="2240"/>
              <a:buNone/>
              <a:defRPr sz="2240"/>
            </a:lvl8pPr>
            <a:lvl9pPr lvl="8" algn="ctr">
              <a:lnSpc>
                <a:spcPct val="90000"/>
              </a:lnSpc>
              <a:spcBef>
                <a:spcPts val="700"/>
              </a:spcBef>
              <a:spcAft>
                <a:spcPts val="0"/>
              </a:spcAft>
              <a:buClr>
                <a:schemeClr val="dk1"/>
              </a:buClr>
              <a:buSzPts val="2240"/>
              <a:buNone/>
              <a:defRPr sz="2240"/>
            </a:lvl9pPr>
          </a:lstStyle>
          <a:p>
            <a:endParaRPr/>
          </a:p>
        </p:txBody>
      </p:sp>
      <p:sp>
        <p:nvSpPr>
          <p:cNvPr id="14" name="Google Shape;14;p2"/>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80110" y="2555875"/>
            <a:ext cx="110413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73443" y="2393635"/>
            <a:ext cx="11041380" cy="399383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8400"/>
              <a:buFont typeface="Calibri"/>
              <a:buNone/>
              <a:defRPr sz="8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73443" y="6425250"/>
            <a:ext cx="11041380" cy="210026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3360"/>
              <a:buNone/>
              <a:defRPr sz="3359">
                <a:solidFill>
                  <a:schemeClr val="dk1"/>
                </a:solidFill>
              </a:defRPr>
            </a:lvl1pPr>
            <a:lvl2pPr marL="914400" lvl="1" indent="-228600" algn="l">
              <a:lnSpc>
                <a:spcPct val="90000"/>
              </a:lnSpc>
              <a:spcBef>
                <a:spcPts val="700"/>
              </a:spcBef>
              <a:spcAft>
                <a:spcPts val="0"/>
              </a:spcAft>
              <a:buClr>
                <a:srgbClr val="888888"/>
              </a:buClr>
              <a:buSzPts val="2800"/>
              <a:buNone/>
              <a:defRPr sz="2800">
                <a:solidFill>
                  <a:srgbClr val="888888"/>
                </a:solidFill>
              </a:defRPr>
            </a:lvl2pPr>
            <a:lvl3pPr marL="1371600" lvl="2" indent="-228600" algn="l">
              <a:lnSpc>
                <a:spcPct val="90000"/>
              </a:lnSpc>
              <a:spcBef>
                <a:spcPts val="700"/>
              </a:spcBef>
              <a:spcAft>
                <a:spcPts val="0"/>
              </a:spcAft>
              <a:buClr>
                <a:srgbClr val="888888"/>
              </a:buClr>
              <a:buSzPts val="2520"/>
              <a:buNone/>
              <a:defRPr sz="2520">
                <a:solidFill>
                  <a:srgbClr val="888888"/>
                </a:solidFill>
              </a:defRPr>
            </a:lvl3pPr>
            <a:lvl4pPr marL="1828800" lvl="3" indent="-228600" algn="l">
              <a:lnSpc>
                <a:spcPct val="90000"/>
              </a:lnSpc>
              <a:spcBef>
                <a:spcPts val="700"/>
              </a:spcBef>
              <a:spcAft>
                <a:spcPts val="0"/>
              </a:spcAft>
              <a:buClr>
                <a:srgbClr val="888888"/>
              </a:buClr>
              <a:buSzPts val="2240"/>
              <a:buNone/>
              <a:defRPr sz="2240">
                <a:solidFill>
                  <a:srgbClr val="888888"/>
                </a:solidFill>
              </a:defRPr>
            </a:lvl4pPr>
            <a:lvl5pPr marL="2286000" lvl="4" indent="-228600" algn="l">
              <a:lnSpc>
                <a:spcPct val="90000"/>
              </a:lnSpc>
              <a:spcBef>
                <a:spcPts val="700"/>
              </a:spcBef>
              <a:spcAft>
                <a:spcPts val="0"/>
              </a:spcAft>
              <a:buClr>
                <a:srgbClr val="888888"/>
              </a:buClr>
              <a:buSzPts val="2240"/>
              <a:buNone/>
              <a:defRPr sz="2240">
                <a:solidFill>
                  <a:srgbClr val="888888"/>
                </a:solidFill>
              </a:defRPr>
            </a:lvl5pPr>
            <a:lvl6pPr marL="2743200" lvl="5" indent="-228600" algn="l">
              <a:lnSpc>
                <a:spcPct val="90000"/>
              </a:lnSpc>
              <a:spcBef>
                <a:spcPts val="700"/>
              </a:spcBef>
              <a:spcAft>
                <a:spcPts val="0"/>
              </a:spcAft>
              <a:buClr>
                <a:srgbClr val="888888"/>
              </a:buClr>
              <a:buSzPts val="2240"/>
              <a:buNone/>
              <a:defRPr sz="2240">
                <a:solidFill>
                  <a:srgbClr val="888888"/>
                </a:solidFill>
              </a:defRPr>
            </a:lvl6pPr>
            <a:lvl7pPr marL="3200400" lvl="6" indent="-228600" algn="l">
              <a:lnSpc>
                <a:spcPct val="90000"/>
              </a:lnSpc>
              <a:spcBef>
                <a:spcPts val="700"/>
              </a:spcBef>
              <a:spcAft>
                <a:spcPts val="0"/>
              </a:spcAft>
              <a:buClr>
                <a:srgbClr val="888888"/>
              </a:buClr>
              <a:buSzPts val="2240"/>
              <a:buNone/>
              <a:defRPr sz="2240">
                <a:solidFill>
                  <a:srgbClr val="888888"/>
                </a:solidFill>
              </a:defRPr>
            </a:lvl7pPr>
            <a:lvl8pPr marL="3657600" lvl="7" indent="-228600" algn="l">
              <a:lnSpc>
                <a:spcPct val="90000"/>
              </a:lnSpc>
              <a:spcBef>
                <a:spcPts val="700"/>
              </a:spcBef>
              <a:spcAft>
                <a:spcPts val="0"/>
              </a:spcAft>
              <a:buClr>
                <a:srgbClr val="888888"/>
              </a:buClr>
              <a:buSzPts val="2240"/>
              <a:buNone/>
              <a:defRPr sz="2240">
                <a:solidFill>
                  <a:srgbClr val="888888"/>
                </a:solidFill>
              </a:defRPr>
            </a:lvl8pPr>
            <a:lvl9pPr marL="4114800" lvl="8" indent="-228600" algn="l">
              <a:lnSpc>
                <a:spcPct val="90000"/>
              </a:lnSpc>
              <a:spcBef>
                <a:spcPts val="700"/>
              </a:spcBef>
              <a:spcAft>
                <a:spcPts val="0"/>
              </a:spcAft>
              <a:buClr>
                <a:srgbClr val="888888"/>
              </a:buClr>
              <a:buSzPts val="2240"/>
              <a:buNone/>
              <a:defRPr sz="2240">
                <a:solidFill>
                  <a:srgbClr val="888888"/>
                </a:solidFill>
              </a:defRPr>
            </a:lvl9pPr>
          </a:lstStyle>
          <a:p>
            <a:endParaRPr/>
          </a:p>
        </p:txBody>
      </p:sp>
      <p:sp>
        <p:nvSpPr>
          <p:cNvPr id="26" name="Google Shape;26;p4"/>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80110" y="2555875"/>
            <a:ext cx="54406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480810" y="2555875"/>
            <a:ext cx="54406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81777"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81779" y="2353628"/>
            <a:ext cx="5415676" cy="115347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00"/>
              </a:spcBef>
              <a:spcAft>
                <a:spcPts val="0"/>
              </a:spcAft>
              <a:buClr>
                <a:schemeClr val="dk1"/>
              </a:buClr>
              <a:buSzPts val="3360"/>
              <a:buNone/>
              <a:defRPr sz="3359" b="1"/>
            </a:lvl1pPr>
            <a:lvl2pPr marL="914400" lvl="1" indent="-228600" algn="l">
              <a:lnSpc>
                <a:spcPct val="90000"/>
              </a:lnSpc>
              <a:spcBef>
                <a:spcPts val="700"/>
              </a:spcBef>
              <a:spcAft>
                <a:spcPts val="0"/>
              </a:spcAft>
              <a:buClr>
                <a:schemeClr val="dk1"/>
              </a:buClr>
              <a:buSzPts val="2800"/>
              <a:buNone/>
              <a:defRPr sz="2800" b="1"/>
            </a:lvl2pPr>
            <a:lvl3pPr marL="1371600" lvl="2" indent="-228600" algn="l">
              <a:lnSpc>
                <a:spcPct val="90000"/>
              </a:lnSpc>
              <a:spcBef>
                <a:spcPts val="700"/>
              </a:spcBef>
              <a:spcAft>
                <a:spcPts val="0"/>
              </a:spcAft>
              <a:buClr>
                <a:schemeClr val="dk1"/>
              </a:buClr>
              <a:buSzPts val="2520"/>
              <a:buNone/>
              <a:defRPr sz="2520" b="1"/>
            </a:lvl3pPr>
            <a:lvl4pPr marL="1828800" lvl="3" indent="-228600" algn="l">
              <a:lnSpc>
                <a:spcPct val="90000"/>
              </a:lnSpc>
              <a:spcBef>
                <a:spcPts val="700"/>
              </a:spcBef>
              <a:spcAft>
                <a:spcPts val="0"/>
              </a:spcAft>
              <a:buClr>
                <a:schemeClr val="dk1"/>
              </a:buClr>
              <a:buSzPts val="2240"/>
              <a:buNone/>
              <a:defRPr sz="2240" b="1"/>
            </a:lvl4pPr>
            <a:lvl5pPr marL="2286000" lvl="4" indent="-228600" algn="l">
              <a:lnSpc>
                <a:spcPct val="90000"/>
              </a:lnSpc>
              <a:spcBef>
                <a:spcPts val="700"/>
              </a:spcBef>
              <a:spcAft>
                <a:spcPts val="0"/>
              </a:spcAft>
              <a:buClr>
                <a:schemeClr val="dk1"/>
              </a:buClr>
              <a:buSzPts val="2240"/>
              <a:buNone/>
              <a:defRPr sz="2240" b="1"/>
            </a:lvl5pPr>
            <a:lvl6pPr marL="2743200" lvl="5" indent="-228600" algn="l">
              <a:lnSpc>
                <a:spcPct val="90000"/>
              </a:lnSpc>
              <a:spcBef>
                <a:spcPts val="700"/>
              </a:spcBef>
              <a:spcAft>
                <a:spcPts val="0"/>
              </a:spcAft>
              <a:buClr>
                <a:schemeClr val="dk1"/>
              </a:buClr>
              <a:buSzPts val="2240"/>
              <a:buNone/>
              <a:defRPr sz="2240" b="1"/>
            </a:lvl6pPr>
            <a:lvl7pPr marL="3200400" lvl="6" indent="-228600" algn="l">
              <a:lnSpc>
                <a:spcPct val="90000"/>
              </a:lnSpc>
              <a:spcBef>
                <a:spcPts val="700"/>
              </a:spcBef>
              <a:spcAft>
                <a:spcPts val="0"/>
              </a:spcAft>
              <a:buClr>
                <a:schemeClr val="dk1"/>
              </a:buClr>
              <a:buSzPts val="2240"/>
              <a:buNone/>
              <a:defRPr sz="2240" b="1"/>
            </a:lvl7pPr>
            <a:lvl8pPr marL="3657600" lvl="7" indent="-228600" algn="l">
              <a:lnSpc>
                <a:spcPct val="90000"/>
              </a:lnSpc>
              <a:spcBef>
                <a:spcPts val="700"/>
              </a:spcBef>
              <a:spcAft>
                <a:spcPts val="0"/>
              </a:spcAft>
              <a:buClr>
                <a:schemeClr val="dk1"/>
              </a:buClr>
              <a:buSzPts val="2240"/>
              <a:buNone/>
              <a:defRPr sz="2240" b="1"/>
            </a:lvl8pPr>
            <a:lvl9pPr marL="4114800" lvl="8" indent="-228600" algn="l">
              <a:lnSpc>
                <a:spcPct val="90000"/>
              </a:lnSpc>
              <a:spcBef>
                <a:spcPts val="700"/>
              </a:spcBef>
              <a:spcAft>
                <a:spcPts val="0"/>
              </a:spcAft>
              <a:buClr>
                <a:schemeClr val="dk1"/>
              </a:buClr>
              <a:buSzPts val="2240"/>
              <a:buNone/>
              <a:defRPr sz="2240" b="1"/>
            </a:lvl9pPr>
          </a:lstStyle>
          <a:p>
            <a:endParaRPr/>
          </a:p>
        </p:txBody>
      </p:sp>
      <p:sp>
        <p:nvSpPr>
          <p:cNvPr id="39" name="Google Shape;39;p6"/>
          <p:cNvSpPr txBox="1">
            <a:spLocks noGrp="1"/>
          </p:cNvSpPr>
          <p:nvPr>
            <p:ph type="body" idx="2"/>
          </p:nvPr>
        </p:nvSpPr>
        <p:spPr>
          <a:xfrm>
            <a:off x="881779" y="3507105"/>
            <a:ext cx="5415676" cy="5158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480811" y="2353628"/>
            <a:ext cx="5442347" cy="115347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00"/>
              </a:spcBef>
              <a:spcAft>
                <a:spcPts val="0"/>
              </a:spcAft>
              <a:buClr>
                <a:schemeClr val="dk1"/>
              </a:buClr>
              <a:buSzPts val="3360"/>
              <a:buNone/>
              <a:defRPr sz="3359" b="1"/>
            </a:lvl1pPr>
            <a:lvl2pPr marL="914400" lvl="1" indent="-228600" algn="l">
              <a:lnSpc>
                <a:spcPct val="90000"/>
              </a:lnSpc>
              <a:spcBef>
                <a:spcPts val="700"/>
              </a:spcBef>
              <a:spcAft>
                <a:spcPts val="0"/>
              </a:spcAft>
              <a:buClr>
                <a:schemeClr val="dk1"/>
              </a:buClr>
              <a:buSzPts val="2800"/>
              <a:buNone/>
              <a:defRPr sz="2800" b="1"/>
            </a:lvl2pPr>
            <a:lvl3pPr marL="1371600" lvl="2" indent="-228600" algn="l">
              <a:lnSpc>
                <a:spcPct val="90000"/>
              </a:lnSpc>
              <a:spcBef>
                <a:spcPts val="700"/>
              </a:spcBef>
              <a:spcAft>
                <a:spcPts val="0"/>
              </a:spcAft>
              <a:buClr>
                <a:schemeClr val="dk1"/>
              </a:buClr>
              <a:buSzPts val="2520"/>
              <a:buNone/>
              <a:defRPr sz="2520" b="1"/>
            </a:lvl3pPr>
            <a:lvl4pPr marL="1828800" lvl="3" indent="-228600" algn="l">
              <a:lnSpc>
                <a:spcPct val="90000"/>
              </a:lnSpc>
              <a:spcBef>
                <a:spcPts val="700"/>
              </a:spcBef>
              <a:spcAft>
                <a:spcPts val="0"/>
              </a:spcAft>
              <a:buClr>
                <a:schemeClr val="dk1"/>
              </a:buClr>
              <a:buSzPts val="2240"/>
              <a:buNone/>
              <a:defRPr sz="2240" b="1"/>
            </a:lvl4pPr>
            <a:lvl5pPr marL="2286000" lvl="4" indent="-228600" algn="l">
              <a:lnSpc>
                <a:spcPct val="90000"/>
              </a:lnSpc>
              <a:spcBef>
                <a:spcPts val="700"/>
              </a:spcBef>
              <a:spcAft>
                <a:spcPts val="0"/>
              </a:spcAft>
              <a:buClr>
                <a:schemeClr val="dk1"/>
              </a:buClr>
              <a:buSzPts val="2240"/>
              <a:buNone/>
              <a:defRPr sz="2240" b="1"/>
            </a:lvl5pPr>
            <a:lvl6pPr marL="2743200" lvl="5" indent="-228600" algn="l">
              <a:lnSpc>
                <a:spcPct val="90000"/>
              </a:lnSpc>
              <a:spcBef>
                <a:spcPts val="700"/>
              </a:spcBef>
              <a:spcAft>
                <a:spcPts val="0"/>
              </a:spcAft>
              <a:buClr>
                <a:schemeClr val="dk1"/>
              </a:buClr>
              <a:buSzPts val="2240"/>
              <a:buNone/>
              <a:defRPr sz="2240" b="1"/>
            </a:lvl6pPr>
            <a:lvl7pPr marL="3200400" lvl="6" indent="-228600" algn="l">
              <a:lnSpc>
                <a:spcPct val="90000"/>
              </a:lnSpc>
              <a:spcBef>
                <a:spcPts val="700"/>
              </a:spcBef>
              <a:spcAft>
                <a:spcPts val="0"/>
              </a:spcAft>
              <a:buClr>
                <a:schemeClr val="dk1"/>
              </a:buClr>
              <a:buSzPts val="2240"/>
              <a:buNone/>
              <a:defRPr sz="2240" b="1"/>
            </a:lvl7pPr>
            <a:lvl8pPr marL="3657600" lvl="7" indent="-228600" algn="l">
              <a:lnSpc>
                <a:spcPct val="90000"/>
              </a:lnSpc>
              <a:spcBef>
                <a:spcPts val="700"/>
              </a:spcBef>
              <a:spcAft>
                <a:spcPts val="0"/>
              </a:spcAft>
              <a:buClr>
                <a:schemeClr val="dk1"/>
              </a:buClr>
              <a:buSzPts val="2240"/>
              <a:buNone/>
              <a:defRPr sz="2240" b="1"/>
            </a:lvl8pPr>
            <a:lvl9pPr marL="4114800" lvl="8" indent="-228600" algn="l">
              <a:lnSpc>
                <a:spcPct val="90000"/>
              </a:lnSpc>
              <a:spcBef>
                <a:spcPts val="700"/>
              </a:spcBef>
              <a:spcAft>
                <a:spcPts val="0"/>
              </a:spcAft>
              <a:buClr>
                <a:schemeClr val="dk1"/>
              </a:buClr>
              <a:buSzPts val="2240"/>
              <a:buNone/>
              <a:defRPr sz="2240" b="1"/>
            </a:lvl9pPr>
          </a:lstStyle>
          <a:p>
            <a:endParaRPr/>
          </a:p>
        </p:txBody>
      </p:sp>
      <p:sp>
        <p:nvSpPr>
          <p:cNvPr id="41" name="Google Shape;41;p6"/>
          <p:cNvSpPr txBox="1">
            <a:spLocks noGrp="1"/>
          </p:cNvSpPr>
          <p:nvPr>
            <p:ph type="body" idx="4"/>
          </p:nvPr>
        </p:nvSpPr>
        <p:spPr>
          <a:xfrm>
            <a:off x="6480811" y="3507105"/>
            <a:ext cx="5442347" cy="5158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81778" y="640080"/>
            <a:ext cx="4128849" cy="2240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80"/>
              <a:buFont typeface="Calibri"/>
              <a:buNone/>
              <a:defRPr sz="448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442347" y="1382397"/>
            <a:ext cx="6480810" cy="6823075"/>
          </a:xfrm>
          <a:prstGeom prst="rect">
            <a:avLst/>
          </a:prstGeom>
          <a:noFill/>
          <a:ln>
            <a:noFill/>
          </a:ln>
        </p:spPr>
        <p:txBody>
          <a:bodyPr spcFirstLastPara="1" wrap="square" lIns="91425" tIns="45700" rIns="91425" bIns="45700" anchor="t" anchorCtr="0">
            <a:normAutofit/>
          </a:bodyPr>
          <a:lstStyle>
            <a:lvl1pPr marL="457200" lvl="0" indent="-513080" algn="l">
              <a:lnSpc>
                <a:spcPct val="90000"/>
              </a:lnSpc>
              <a:spcBef>
                <a:spcPts val="1400"/>
              </a:spcBef>
              <a:spcAft>
                <a:spcPts val="0"/>
              </a:spcAft>
              <a:buClr>
                <a:schemeClr val="dk1"/>
              </a:buClr>
              <a:buSzPts val="4480"/>
              <a:buChar char="•"/>
              <a:defRPr sz="4480"/>
            </a:lvl1pPr>
            <a:lvl2pPr marL="914400" lvl="1" indent="-477519" algn="l">
              <a:lnSpc>
                <a:spcPct val="90000"/>
              </a:lnSpc>
              <a:spcBef>
                <a:spcPts val="700"/>
              </a:spcBef>
              <a:spcAft>
                <a:spcPts val="0"/>
              </a:spcAft>
              <a:buClr>
                <a:schemeClr val="dk1"/>
              </a:buClr>
              <a:buSzPts val="3920"/>
              <a:buChar char="•"/>
              <a:defRPr sz="3920"/>
            </a:lvl2pPr>
            <a:lvl3pPr marL="1371600" lvl="2" indent="-441960" algn="l">
              <a:lnSpc>
                <a:spcPct val="90000"/>
              </a:lnSpc>
              <a:spcBef>
                <a:spcPts val="700"/>
              </a:spcBef>
              <a:spcAft>
                <a:spcPts val="0"/>
              </a:spcAft>
              <a:buClr>
                <a:schemeClr val="dk1"/>
              </a:buClr>
              <a:buSzPts val="3360"/>
              <a:buChar char="•"/>
              <a:defRPr sz="3359"/>
            </a:lvl3pPr>
            <a:lvl4pPr marL="1828800" lvl="3" indent="-406400" algn="l">
              <a:lnSpc>
                <a:spcPct val="90000"/>
              </a:lnSpc>
              <a:spcBef>
                <a:spcPts val="700"/>
              </a:spcBef>
              <a:spcAft>
                <a:spcPts val="0"/>
              </a:spcAft>
              <a:buClr>
                <a:schemeClr val="dk1"/>
              </a:buClr>
              <a:buSzPts val="2800"/>
              <a:buChar char="•"/>
              <a:defRPr sz="2800"/>
            </a:lvl4pPr>
            <a:lvl5pPr marL="2286000" lvl="4" indent="-406400" algn="l">
              <a:lnSpc>
                <a:spcPct val="90000"/>
              </a:lnSpc>
              <a:spcBef>
                <a:spcPts val="700"/>
              </a:spcBef>
              <a:spcAft>
                <a:spcPts val="0"/>
              </a:spcAft>
              <a:buClr>
                <a:schemeClr val="dk1"/>
              </a:buClr>
              <a:buSzPts val="2800"/>
              <a:buChar char="•"/>
              <a:defRPr sz="2800"/>
            </a:lvl5pPr>
            <a:lvl6pPr marL="2743200" lvl="5" indent="-406400" algn="l">
              <a:lnSpc>
                <a:spcPct val="90000"/>
              </a:lnSpc>
              <a:spcBef>
                <a:spcPts val="700"/>
              </a:spcBef>
              <a:spcAft>
                <a:spcPts val="0"/>
              </a:spcAft>
              <a:buClr>
                <a:schemeClr val="dk1"/>
              </a:buClr>
              <a:buSzPts val="2800"/>
              <a:buChar char="•"/>
              <a:defRPr sz="2800"/>
            </a:lvl6pPr>
            <a:lvl7pPr marL="3200400" lvl="6" indent="-406400" algn="l">
              <a:lnSpc>
                <a:spcPct val="90000"/>
              </a:lnSpc>
              <a:spcBef>
                <a:spcPts val="700"/>
              </a:spcBef>
              <a:spcAft>
                <a:spcPts val="0"/>
              </a:spcAft>
              <a:buClr>
                <a:schemeClr val="dk1"/>
              </a:buClr>
              <a:buSzPts val="2800"/>
              <a:buChar char="•"/>
              <a:defRPr sz="2800"/>
            </a:lvl7pPr>
            <a:lvl8pPr marL="3657600" lvl="7" indent="-406400" algn="l">
              <a:lnSpc>
                <a:spcPct val="90000"/>
              </a:lnSpc>
              <a:spcBef>
                <a:spcPts val="700"/>
              </a:spcBef>
              <a:spcAft>
                <a:spcPts val="0"/>
              </a:spcAft>
              <a:buClr>
                <a:schemeClr val="dk1"/>
              </a:buClr>
              <a:buSzPts val="2800"/>
              <a:buChar char="•"/>
              <a:defRPr sz="2800"/>
            </a:lvl8pPr>
            <a:lvl9pPr marL="4114800" lvl="8" indent="-406400" algn="l">
              <a:lnSpc>
                <a:spcPct val="90000"/>
              </a:lnSpc>
              <a:spcBef>
                <a:spcPts val="700"/>
              </a:spcBef>
              <a:spcAft>
                <a:spcPts val="0"/>
              </a:spcAft>
              <a:buClr>
                <a:schemeClr val="dk1"/>
              </a:buClr>
              <a:buSzPts val="2800"/>
              <a:buChar char="•"/>
              <a:defRPr sz="2800"/>
            </a:lvl9pPr>
          </a:lstStyle>
          <a:p>
            <a:endParaRPr/>
          </a:p>
        </p:txBody>
      </p:sp>
      <p:sp>
        <p:nvSpPr>
          <p:cNvPr id="57" name="Google Shape;57;p9"/>
          <p:cNvSpPr txBox="1">
            <a:spLocks noGrp="1"/>
          </p:cNvSpPr>
          <p:nvPr>
            <p:ph type="body" idx="2"/>
          </p:nvPr>
        </p:nvSpPr>
        <p:spPr>
          <a:xfrm>
            <a:off x="881778" y="2880360"/>
            <a:ext cx="4128849" cy="53362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2240"/>
              <a:buNone/>
              <a:defRPr sz="2240"/>
            </a:lvl1pPr>
            <a:lvl2pPr marL="914400" lvl="1" indent="-228600" algn="l">
              <a:lnSpc>
                <a:spcPct val="90000"/>
              </a:lnSpc>
              <a:spcBef>
                <a:spcPts val="700"/>
              </a:spcBef>
              <a:spcAft>
                <a:spcPts val="0"/>
              </a:spcAft>
              <a:buClr>
                <a:schemeClr val="dk1"/>
              </a:buClr>
              <a:buSzPts val="1960"/>
              <a:buNone/>
              <a:defRPr sz="1960"/>
            </a:lvl2pPr>
            <a:lvl3pPr marL="1371600" lvl="2" indent="-228600" algn="l">
              <a:lnSpc>
                <a:spcPct val="90000"/>
              </a:lnSpc>
              <a:spcBef>
                <a:spcPts val="700"/>
              </a:spcBef>
              <a:spcAft>
                <a:spcPts val="0"/>
              </a:spcAft>
              <a:buClr>
                <a:schemeClr val="dk1"/>
              </a:buClr>
              <a:buSzPts val="1680"/>
              <a:buNone/>
              <a:defRPr sz="1679"/>
            </a:lvl3pPr>
            <a:lvl4pPr marL="1828800" lvl="3" indent="-228600" algn="l">
              <a:lnSpc>
                <a:spcPct val="90000"/>
              </a:lnSpc>
              <a:spcBef>
                <a:spcPts val="700"/>
              </a:spcBef>
              <a:spcAft>
                <a:spcPts val="0"/>
              </a:spcAft>
              <a:buClr>
                <a:schemeClr val="dk1"/>
              </a:buClr>
              <a:buSzPts val="1400"/>
              <a:buNone/>
              <a:defRPr sz="1400"/>
            </a:lvl4pPr>
            <a:lvl5pPr marL="2286000" lvl="4" indent="-228600" algn="l">
              <a:lnSpc>
                <a:spcPct val="90000"/>
              </a:lnSpc>
              <a:spcBef>
                <a:spcPts val="700"/>
              </a:spcBef>
              <a:spcAft>
                <a:spcPts val="0"/>
              </a:spcAft>
              <a:buClr>
                <a:schemeClr val="dk1"/>
              </a:buClr>
              <a:buSzPts val="1400"/>
              <a:buNone/>
              <a:defRPr sz="1400"/>
            </a:lvl5pPr>
            <a:lvl6pPr marL="2743200" lvl="5" indent="-228600" algn="l">
              <a:lnSpc>
                <a:spcPct val="90000"/>
              </a:lnSpc>
              <a:spcBef>
                <a:spcPts val="700"/>
              </a:spcBef>
              <a:spcAft>
                <a:spcPts val="0"/>
              </a:spcAft>
              <a:buClr>
                <a:schemeClr val="dk1"/>
              </a:buClr>
              <a:buSzPts val="1400"/>
              <a:buNone/>
              <a:defRPr sz="1400"/>
            </a:lvl6pPr>
            <a:lvl7pPr marL="3200400" lvl="6" indent="-228600" algn="l">
              <a:lnSpc>
                <a:spcPct val="90000"/>
              </a:lnSpc>
              <a:spcBef>
                <a:spcPts val="700"/>
              </a:spcBef>
              <a:spcAft>
                <a:spcPts val="0"/>
              </a:spcAft>
              <a:buClr>
                <a:schemeClr val="dk1"/>
              </a:buClr>
              <a:buSzPts val="1400"/>
              <a:buNone/>
              <a:defRPr sz="1400"/>
            </a:lvl7pPr>
            <a:lvl8pPr marL="3657600" lvl="7" indent="-228600" algn="l">
              <a:lnSpc>
                <a:spcPct val="90000"/>
              </a:lnSpc>
              <a:spcBef>
                <a:spcPts val="700"/>
              </a:spcBef>
              <a:spcAft>
                <a:spcPts val="0"/>
              </a:spcAft>
              <a:buClr>
                <a:schemeClr val="dk1"/>
              </a:buClr>
              <a:buSzPts val="1400"/>
              <a:buNone/>
              <a:defRPr sz="1400"/>
            </a:lvl8pPr>
            <a:lvl9pPr marL="4114800" lvl="8" indent="-228600" algn="l">
              <a:lnSpc>
                <a:spcPct val="90000"/>
              </a:lnSpc>
              <a:spcBef>
                <a:spcPts val="700"/>
              </a:spcBef>
              <a:spcAft>
                <a:spcPts val="0"/>
              </a:spcAft>
              <a:buClr>
                <a:schemeClr val="dk1"/>
              </a:buClr>
              <a:buSzPts val="1400"/>
              <a:buNone/>
              <a:defRPr sz="1400"/>
            </a:lvl9pPr>
          </a:lstStyle>
          <a:p>
            <a:endParaRPr/>
          </a:p>
        </p:txBody>
      </p:sp>
      <p:sp>
        <p:nvSpPr>
          <p:cNvPr id="58" name="Google Shape;58;p9"/>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81778" y="640080"/>
            <a:ext cx="4128849" cy="2240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80"/>
              <a:buFont typeface="Calibri"/>
              <a:buNone/>
              <a:defRPr sz="448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442347" y="1382397"/>
            <a:ext cx="6480810" cy="6823075"/>
          </a:xfrm>
          <a:prstGeom prst="rect">
            <a:avLst/>
          </a:prstGeom>
          <a:noFill/>
          <a:ln>
            <a:noFill/>
          </a:ln>
        </p:spPr>
      </p:sp>
      <p:sp>
        <p:nvSpPr>
          <p:cNvPr id="64" name="Google Shape;64;p10"/>
          <p:cNvSpPr txBox="1">
            <a:spLocks noGrp="1"/>
          </p:cNvSpPr>
          <p:nvPr>
            <p:ph type="body" idx="1"/>
          </p:nvPr>
        </p:nvSpPr>
        <p:spPr>
          <a:xfrm>
            <a:off x="881778" y="2880360"/>
            <a:ext cx="4128849" cy="53362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2240"/>
              <a:buNone/>
              <a:defRPr sz="2240"/>
            </a:lvl1pPr>
            <a:lvl2pPr marL="914400" lvl="1" indent="-228600" algn="l">
              <a:lnSpc>
                <a:spcPct val="90000"/>
              </a:lnSpc>
              <a:spcBef>
                <a:spcPts val="700"/>
              </a:spcBef>
              <a:spcAft>
                <a:spcPts val="0"/>
              </a:spcAft>
              <a:buClr>
                <a:schemeClr val="dk1"/>
              </a:buClr>
              <a:buSzPts val="1960"/>
              <a:buNone/>
              <a:defRPr sz="1960"/>
            </a:lvl2pPr>
            <a:lvl3pPr marL="1371600" lvl="2" indent="-228600" algn="l">
              <a:lnSpc>
                <a:spcPct val="90000"/>
              </a:lnSpc>
              <a:spcBef>
                <a:spcPts val="700"/>
              </a:spcBef>
              <a:spcAft>
                <a:spcPts val="0"/>
              </a:spcAft>
              <a:buClr>
                <a:schemeClr val="dk1"/>
              </a:buClr>
              <a:buSzPts val="1680"/>
              <a:buNone/>
              <a:defRPr sz="1679"/>
            </a:lvl3pPr>
            <a:lvl4pPr marL="1828800" lvl="3" indent="-228600" algn="l">
              <a:lnSpc>
                <a:spcPct val="90000"/>
              </a:lnSpc>
              <a:spcBef>
                <a:spcPts val="700"/>
              </a:spcBef>
              <a:spcAft>
                <a:spcPts val="0"/>
              </a:spcAft>
              <a:buClr>
                <a:schemeClr val="dk1"/>
              </a:buClr>
              <a:buSzPts val="1400"/>
              <a:buNone/>
              <a:defRPr sz="1400"/>
            </a:lvl4pPr>
            <a:lvl5pPr marL="2286000" lvl="4" indent="-228600" algn="l">
              <a:lnSpc>
                <a:spcPct val="90000"/>
              </a:lnSpc>
              <a:spcBef>
                <a:spcPts val="700"/>
              </a:spcBef>
              <a:spcAft>
                <a:spcPts val="0"/>
              </a:spcAft>
              <a:buClr>
                <a:schemeClr val="dk1"/>
              </a:buClr>
              <a:buSzPts val="1400"/>
              <a:buNone/>
              <a:defRPr sz="1400"/>
            </a:lvl5pPr>
            <a:lvl6pPr marL="2743200" lvl="5" indent="-228600" algn="l">
              <a:lnSpc>
                <a:spcPct val="90000"/>
              </a:lnSpc>
              <a:spcBef>
                <a:spcPts val="700"/>
              </a:spcBef>
              <a:spcAft>
                <a:spcPts val="0"/>
              </a:spcAft>
              <a:buClr>
                <a:schemeClr val="dk1"/>
              </a:buClr>
              <a:buSzPts val="1400"/>
              <a:buNone/>
              <a:defRPr sz="1400"/>
            </a:lvl6pPr>
            <a:lvl7pPr marL="3200400" lvl="6" indent="-228600" algn="l">
              <a:lnSpc>
                <a:spcPct val="90000"/>
              </a:lnSpc>
              <a:spcBef>
                <a:spcPts val="700"/>
              </a:spcBef>
              <a:spcAft>
                <a:spcPts val="0"/>
              </a:spcAft>
              <a:buClr>
                <a:schemeClr val="dk1"/>
              </a:buClr>
              <a:buSzPts val="1400"/>
              <a:buNone/>
              <a:defRPr sz="1400"/>
            </a:lvl7pPr>
            <a:lvl8pPr marL="3657600" lvl="7" indent="-228600" algn="l">
              <a:lnSpc>
                <a:spcPct val="90000"/>
              </a:lnSpc>
              <a:spcBef>
                <a:spcPts val="700"/>
              </a:spcBef>
              <a:spcAft>
                <a:spcPts val="0"/>
              </a:spcAft>
              <a:buClr>
                <a:schemeClr val="dk1"/>
              </a:buClr>
              <a:buSzPts val="1400"/>
              <a:buNone/>
              <a:defRPr sz="1400"/>
            </a:lvl8pPr>
            <a:lvl9pPr marL="4114800" lvl="8" indent="-228600" algn="l">
              <a:lnSpc>
                <a:spcPct val="90000"/>
              </a:lnSpc>
              <a:spcBef>
                <a:spcPts val="700"/>
              </a:spcBef>
              <a:spcAft>
                <a:spcPts val="0"/>
              </a:spcAft>
              <a:buClr>
                <a:schemeClr val="dk1"/>
              </a:buClr>
              <a:buSzPts val="1400"/>
              <a:buNone/>
              <a:defRPr sz="1400"/>
            </a:lvl9pPr>
          </a:lstStyle>
          <a:p>
            <a:endParaRPr/>
          </a:p>
        </p:txBody>
      </p:sp>
      <p:sp>
        <p:nvSpPr>
          <p:cNvPr id="65" name="Google Shape;65;p10"/>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354864" y="81122"/>
            <a:ext cx="6091873" cy="110413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6473032" y="3199289"/>
            <a:ext cx="8136573" cy="2760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872332" y="518954"/>
            <a:ext cx="8136573" cy="812101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160"/>
              <a:buFont typeface="Calibri"/>
              <a:buNone/>
              <a:defRPr sz="616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80110" y="2555875"/>
            <a:ext cx="11041380" cy="6091873"/>
          </a:xfrm>
          <a:prstGeom prst="rect">
            <a:avLst/>
          </a:prstGeom>
          <a:noFill/>
          <a:ln>
            <a:noFill/>
          </a:ln>
        </p:spPr>
        <p:txBody>
          <a:bodyPr spcFirstLastPara="1" wrap="square" lIns="91425" tIns="45700" rIns="91425" bIns="45700" anchor="t" anchorCtr="0">
            <a:normAutofit/>
          </a:bodyPr>
          <a:lstStyle>
            <a:lvl1pPr marL="457200" marR="0" lvl="0" indent="-477519" algn="l" rtl="0">
              <a:lnSpc>
                <a:spcPct val="90000"/>
              </a:lnSpc>
              <a:spcBef>
                <a:spcPts val="1400"/>
              </a:spcBef>
              <a:spcAft>
                <a:spcPts val="0"/>
              </a:spcAft>
              <a:buClr>
                <a:schemeClr val="dk1"/>
              </a:buClr>
              <a:buSzPts val="3920"/>
              <a:buFont typeface="Arial"/>
              <a:buChar char="•"/>
              <a:defRPr sz="3920" b="0" i="0" u="none" strike="noStrike" cap="none">
                <a:solidFill>
                  <a:schemeClr val="dk1"/>
                </a:solidFill>
                <a:latin typeface="Calibri"/>
                <a:ea typeface="Calibri"/>
                <a:cs typeface="Calibri"/>
                <a:sym typeface="Calibri"/>
              </a:defRPr>
            </a:lvl1pPr>
            <a:lvl2pPr marL="914400" marR="0" lvl="1" indent="-441960" algn="l" rtl="0">
              <a:lnSpc>
                <a:spcPct val="90000"/>
              </a:lnSpc>
              <a:spcBef>
                <a:spcPts val="700"/>
              </a:spcBef>
              <a:spcAft>
                <a:spcPts val="0"/>
              </a:spcAft>
              <a:buClr>
                <a:schemeClr val="dk1"/>
              </a:buClr>
              <a:buSzPts val="3360"/>
              <a:buFont typeface="Arial"/>
              <a:buChar char="•"/>
              <a:defRPr sz="3359" b="0" i="0" u="none" strike="noStrike" cap="none">
                <a:solidFill>
                  <a:schemeClr val="dk1"/>
                </a:solidFill>
                <a:latin typeface="Calibri"/>
                <a:ea typeface="Calibri"/>
                <a:cs typeface="Calibri"/>
                <a:sym typeface="Calibri"/>
              </a:defRPr>
            </a:lvl2pPr>
            <a:lvl3pPr marL="1371600" marR="0" lvl="2" indent="-406400" algn="l" rtl="0">
              <a:lnSpc>
                <a:spcPct val="90000"/>
              </a:lnSpc>
              <a:spcBef>
                <a:spcPts val="7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3pPr>
            <a:lvl4pPr marL="1828800" marR="0" lvl="3" indent="-388619"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4pPr>
            <a:lvl5pPr marL="2286000" marR="0" lvl="4"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5pPr>
            <a:lvl6pPr marL="2743200" marR="0" lvl="5"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6pPr>
            <a:lvl7pPr marL="3200400" marR="0" lvl="6"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7pPr>
            <a:lvl8pPr marL="3657600" marR="0" lvl="7"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8pPr>
            <a:lvl9pPr marL="4114800" marR="0" lvl="8"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679"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679"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679"/>
              <a:buFont typeface="Arial"/>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hyperlink" Target="https://github.com/sasikiran-workmode/MAD-2" TargetMode="External"/><Relationship Id="rId9" Type="http://schemas.openxmlformats.org/officeDocument/2006/relationships/hyperlink" Target="https://github.com/Suhas-Koheda/evidence-mad/tree/main/traces" TargetMode="External"/><Relationship Id="rId10" Type="http://schemas.openxmlformats.org/officeDocument/2006/relationships/hyperlink" Target="https://github.com/Suhas-Koheda/evidence-mad/blob/main/Multi-Agent%20Debate%20Framework%20-%20Final%20Literature%20Review%20Updated.pptx" TargetMode="External"/><Relationship Id="rId11" Type="http://schemas.openxmlformats.org/officeDocument/2006/relationships/hyperlink" Target="https://github.com/Suhas-Koheda/evidence-mad/tree/main/architec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8557200" y="1229600"/>
            <a:ext cx="4113000" cy="8544286"/>
          </a:xfrm>
          <a:prstGeom prst="rect">
            <a:avLst/>
          </a:prstGeom>
          <a:noFill/>
          <a:ln w="9525" cap="flat" cmpd="sng">
            <a:solidFill>
              <a:srgbClr val="92AAEA"/>
            </a:solidFill>
            <a:prstDash val="solid"/>
            <a:miter lim="800000"/>
            <a:headEnd type="none" w="sm" len="sm"/>
            <a:tailEnd type="none" w="sm" len="sm"/>
          </a:ln>
        </p:spPr>
        <p:txBody>
          <a:bodyPr spcFirstLastPara="1" wrap="square" lIns="91425" tIns="45700" rIns="91425" bIns="45700" anchor="t" anchorCtr="0">
            <a:spAutoFit/>
          </a:bodyPr>
          <a:lstStyle/>
          <a:p>
            <a:pPr marL="0" marR="35176" lvl="0" indent="0" algn="l" rtl="0">
              <a:lnSpc>
                <a:spcPct val="100000"/>
              </a:lnSpc>
              <a:spcBef>
                <a:spcPts val="0"/>
              </a:spcBef>
              <a:spcAft>
                <a:spcPts val="0"/>
              </a:spcAft>
              <a:buClr>
                <a:srgbClr val="000000"/>
              </a:buClr>
              <a:buSzPts val="1167"/>
              <a:buFont typeface="Arial"/>
              <a:buNone/>
            </a:pPr>
            <a:endParaRPr sz="1167" b="1" i="0" u="none" strike="noStrike" cap="none" dirty="0">
              <a:solidFill>
                <a:srgbClr val="0070C0"/>
              </a:solidFill>
              <a:latin typeface="Arial"/>
              <a:ea typeface="Arial"/>
              <a:cs typeface="Arial"/>
              <a:sym typeface="Arial"/>
            </a:endParaRPr>
          </a:p>
          <a:p>
            <a:pPr marL="0" marR="35176" lvl="0" indent="0" algn="l" rtl="0">
              <a:lnSpc>
                <a:spcPct val="100000"/>
              </a:lnSpc>
              <a:spcBef>
                <a:spcPts val="0"/>
              </a:spcBef>
              <a:spcAft>
                <a:spcPts val="0"/>
              </a:spcAft>
              <a:buClr>
                <a:srgbClr val="000000"/>
              </a:buClr>
              <a:buSzPts val="1167"/>
              <a:buFont typeface="Arial"/>
              <a:buNone/>
            </a:pPr>
            <a:r>
              <a:rPr lang="en-US" sz="1167" b="1" i="0" u="none" strike="noStrike" cap="none" dirty="0">
                <a:solidFill>
                  <a:srgbClr val="0070C0"/>
                </a:solidFill>
                <a:latin typeface="Arial"/>
                <a:ea typeface="Arial"/>
                <a:cs typeface="Arial"/>
                <a:sym typeface="Arial"/>
              </a:rPr>
              <a:t>RESULTS</a:t>
            </a:r>
            <a:endParaRPr sz="1167" b="1" i="0" u="none" strike="noStrike" cap="none" dirty="0">
              <a:solidFill>
                <a:srgbClr val="0070C0"/>
              </a:solidFill>
              <a:latin typeface="Arial"/>
              <a:ea typeface="Arial"/>
              <a:cs typeface="Arial"/>
              <a:sym typeface="Arial"/>
            </a:endParaRPr>
          </a:p>
          <a:p>
            <a:pPr marL="0" marR="35176" lvl="0" indent="0" algn="l" rtl="0">
              <a:lnSpc>
                <a:spcPct val="100000"/>
              </a:lnSpc>
              <a:spcBef>
                <a:spcPts val="0"/>
              </a:spcBef>
              <a:spcAft>
                <a:spcPts val="0"/>
              </a:spcAft>
              <a:buClr>
                <a:srgbClr val="000000"/>
              </a:buClr>
              <a:buSzPts val="1167"/>
              <a:buFont typeface="Arial"/>
              <a:buNone/>
            </a:pPr>
            <a:endParaRPr sz="1167" b="1" dirty="0">
              <a:solidFill>
                <a:srgbClr val="0070C0"/>
              </a:solidFill>
            </a:endParaRPr>
          </a:p>
          <a:p>
            <a:pPr marL="0" marR="35176" lvl="0" indent="0" algn="l" rtl="0">
              <a:lnSpc>
                <a:spcPct val="100000"/>
              </a:lnSpc>
              <a:spcBef>
                <a:spcPts val="0"/>
              </a:spcBef>
              <a:spcAft>
                <a:spcPts val="0"/>
              </a:spcAft>
              <a:buClr>
                <a:srgbClr val="000000"/>
              </a:buClr>
              <a:buSzPts val="1167"/>
              <a:buFont typeface="Arial"/>
              <a:buNone/>
            </a:pPr>
            <a:endParaRPr sz="1167" b="1" dirty="0">
              <a:solidFill>
                <a:srgbClr val="0070C0"/>
              </a:solidFill>
            </a:endParaRPr>
          </a:p>
          <a:p>
            <a:pPr marL="0" marR="35176" lvl="0" indent="0" algn="l" rtl="0">
              <a:lnSpc>
                <a:spcPct val="100000"/>
              </a:lnSpc>
              <a:spcBef>
                <a:spcPts val="0"/>
              </a:spcBef>
              <a:spcAft>
                <a:spcPts val="0"/>
              </a:spcAft>
              <a:buClr>
                <a:srgbClr val="000000"/>
              </a:buClr>
              <a:buSzPts val="1167"/>
              <a:buFont typeface="Arial"/>
              <a:buNone/>
            </a:pPr>
            <a:endParaRPr sz="1167"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endParaRPr lang="en-US"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lang="en-US" sz="1050" b="1" dirty="0">
              <a:solidFill>
                <a:srgbClr val="0070C0"/>
              </a:solidFil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dirty="0">
                <a:solidFill>
                  <a:srgbClr val="0070C0"/>
                </a:solidFill>
                <a:latin typeface="Arial"/>
                <a:ea typeface="Arial"/>
                <a:cs typeface="Arial"/>
                <a:sym typeface="Arial"/>
              </a:rPr>
              <a:t>CONCLUSION</a:t>
            </a:r>
            <a:endParaRPr sz="1050" b="1" dirty="0">
              <a:solidFill>
                <a:srgbClr val="0070C0"/>
              </a:solidFill>
            </a:endParaRPr>
          </a:p>
          <a:p>
            <a:pPr marL="0" marR="0" lvl="0" indent="0" algn="just" rtl="0">
              <a:lnSpc>
                <a:spcPct val="115000"/>
              </a:lnSpc>
              <a:spcBef>
                <a:spcPts val="0"/>
              </a:spcBef>
              <a:spcAft>
                <a:spcPts val="0"/>
              </a:spcAft>
              <a:buClr>
                <a:srgbClr val="000000"/>
              </a:buClr>
              <a:buSzPts val="1200"/>
              <a:buFont typeface="Arial"/>
              <a:buNone/>
            </a:pPr>
            <a:r>
              <a:rPr lang="en-US" sz="1200" dirty="0">
                <a:latin typeface="Times New Roman"/>
                <a:ea typeface="Times New Roman"/>
                <a:cs typeface="Times New Roman"/>
                <a:sym typeface="Times New Roman"/>
              </a:rPr>
              <a:t>Evidence-MAD triggered debate on 22 of 96 questions (22.9%), compared with 50 (52.1%) for Standard MAD. Median latency was 49.99 s versus 54.99 s; p95 was 232.65 s versus 211.47 s. The set has no gold labels, so these results describe routing and runtime, not answer accuracy.</a:t>
            </a:r>
            <a:r>
              <a:rPr lang="en-US" sz="1200" dirty="0" err="1">
                <a:latin typeface="Times New Roman"/>
                <a:ea typeface="Times New Roman"/>
                <a:cs typeface="Times New Roman"/>
                <a:sym typeface="Times New Roman"/>
              </a:rPr>
              <a:t/>
            </a:r>
            <a:r>
              <a:rPr lang="en-US" sz="1200" dirty="0">
                <a:latin typeface="Times New Roman"/>
                <a:ea typeface="Times New Roman"/>
                <a:cs typeface="Times New Roman"/>
                <a:sym typeface="Times New Roman"/>
              </a:rPr>
              <a:t/>
            </a:r>
            <a:r>
              <a:rPr lang="en-US" sz="1200" dirty="0" err="1">
                <a:latin typeface="Times New Roman"/>
                <a:ea typeface="Times New Roman"/>
                <a:cs typeface="Times New Roman"/>
                <a:sym typeface="Times New Roman"/>
              </a:rPr>
              <a:t/>
            </a:r>
            <a:r>
              <a:rPr lang="en-US" sz="1200" dirty="0">
                <a:latin typeface="Times New Roman"/>
                <a:ea typeface="Times New Roman"/>
                <a:cs typeface="Times New Roman"/>
                <a:sym typeface="Times New Roman"/>
              </a:rPr>
              <a:t/>
            </a:r>
          </a:p>
          <a:p>
            <a:pPr marL="0" marR="0" lvl="0" indent="0" algn="just" rtl="0">
              <a:lnSpc>
                <a:spcPct val="115000"/>
              </a:lnSpc>
              <a:spcBef>
                <a:spcPts val="0"/>
              </a:spcBef>
              <a:spcAft>
                <a:spcPts val="0"/>
              </a:spcAft>
              <a:buClr>
                <a:srgbClr val="000000"/>
              </a:buClr>
              <a:buSzPts val="1200"/>
              <a:buFont typeface="Arial"/>
              <a:buNone/>
            </a:pP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dirty="0">
                <a:solidFill>
                  <a:srgbClr val="0070C0"/>
                </a:solidFill>
                <a:latin typeface="Arial"/>
                <a:ea typeface="Arial"/>
                <a:cs typeface="Arial"/>
                <a:sym typeface="Arial"/>
              </a:rPr>
              <a:t>PROJECT MATERIALS  (click to open)</a:t>
            </a:r>
            <a:endParaRPr dirty="0"/>
          </a:p>
          <a:p>
            <a:pPr marL="0" marR="0" lvl="0" indent="0" algn="l" rtl="0">
              <a:lnSpc>
                <a:spcPct val="100000"/>
              </a:lnSpc>
              <a:spcBef>
                <a:spcPts val="0"/>
              </a:spcBef>
              <a:spcAft>
                <a:spcPts val="0"/>
              </a:spcAft>
              <a:buClr>
                <a:srgbClr val="000000"/>
              </a:buClr>
              <a:buSzPts val="1050"/>
              <a:buFont typeface="Arial"/>
              <a:buNone/>
            </a:pPr>
            <a:r>
              <a:rPr lang="en-US" sz="1050" b="1" i="0" u="sng" strike="noStrike" cap="none" dirty="0">
                <a:solidFill>
                  <a:srgbClr val="0070C0"/>
                </a:solidFill>
                <a:latin typeface="Arial"/>
                <a:ea typeface="Arial"/>
                <a:cs typeface="Arial"/>
                <a:sym typeface="Arial"/>
                <a:hlinkClick r:id="rId8"/>
              </a:rPr>
              <a:t>Code base: MAD-2</a:t>
            </a:r>
            <a:r>
              <a:rPr lang="en-US" sz="1200" i="0" u="none" strike="noStrike" cap="none" dirty="0">
                <a:solidFill>
                  <a:schemeClr val="dk1"/>
                </a:solidFill>
                <a:latin typeface="Times New Roman"/>
                <a:cs typeface="Times New Roman"/>
                <a:sym typeface="Times New Roman"/>
              </a:rPr>
              <a:t/>
            </a:r>
            <a:r>
              <a:rPr lang="en-US" sz="1200" dirty="0">
                <a:solidFill>
                  <a:schemeClr val="dk1"/>
                </a:solidFill>
                <a:latin typeface="Times New Roman"/>
                <a:ea typeface="Times New Roman"/>
                <a:cs typeface="Times New Roman"/>
                <a:sym typeface="Times New Roman"/>
              </a:rPr>
              <a:t/>
            </a:r>
            <a:endParaRPr sz="12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050"/>
              <a:buFont typeface="Arial"/>
              <a:buNone/>
            </a:pPr>
            <a:r>
              <a:rPr lang="en-US" sz="1050" b="1" i="0" u="sng" strike="noStrike" cap="none" dirty="0">
                <a:solidFill>
                  <a:srgbClr val="0070C0"/>
                </a:solidFill>
                <a:latin typeface="Arial"/>
                <a:ea typeface="Arial"/>
                <a:cs typeface="Arial"/>
                <a:sym typeface="Arial"/>
                <a:hlinkClick r:id="rId9"/>
              </a:rPr>
              <a:t>Matched evaluation traces</a:t>
            </a:r>
            <a:r>
              <a:rPr lang="en-US" sz="1200" dirty="0">
                <a:solidFill>
                  <a:schemeClr val="dk1"/>
                </a:solidFill>
                <a:latin typeface="Times New Roman"/>
                <a:cs typeface="Times New Roman"/>
                <a:sym typeface="Times New Roman"/>
              </a:rPr>
              <a:t/>
            </a:r>
            <a:endParaRPr sz="12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050"/>
              <a:buFont typeface="Arial"/>
              <a:buNone/>
            </a:pPr>
            <a:r>
              <a:rPr sz="1130" u="sng">
                <a:solidFill>
                  <a:srgbClr val="0070C0"/>
                </a:solidFill>
                <a:latin typeface="Times New Roman"/>
                <a:hlinkClick r:id="rId10"/>
              </a:rPr>
              <a:t>Final literature review</a:t>
            </a:r>
            <a:endParaRPr sz="1050" b="1"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sng" strike="noStrike" cap="none" dirty="0">
                <a:solidFill>
                  <a:srgbClr val="0070C0"/>
                </a:solidFill>
                <a:latin typeface="Arial"/>
                <a:ea typeface="Arial"/>
                <a:cs typeface="Arial"/>
                <a:sym typeface="Arial"/>
                <a:hlinkClick r:id="rId11"/>
              </a:rPr>
              <a:t>Architecture diagrams</a:t>
            </a:r>
            <a:endParaRPr sz="1050" b="1" i="0" u="none" strike="noStrike" cap="none" dirty="0">
              <a:solidFill>
                <a:srgbClr val="0070C0"/>
              </a:solidFill>
              <a:latin typeface="Arial"/>
              <a:ea typeface="Arial"/>
              <a:cs typeface="Arial"/>
              <a:sym typeface="Arial"/>
            </a:endParaRPr>
          </a:p>
          <a:p>
            <a:pPr marL="0" lvl="0" indent="0" algn="l" rtl="0">
              <a:lnSpc>
                <a:spcPct val="100000"/>
              </a:lnSpc>
              <a:spcBef>
                <a:spcPts val="0"/>
              </a:spcBef>
              <a:spcAft>
                <a:spcPts val="0"/>
              </a:spcAft>
              <a:buNone/>
            </a:pPr>
            <a:r>
              <a:rPr lang="en-US" sz="1200" dirty="0">
                <a:solidFill>
                  <a:srgbClr val="222222"/>
                </a:solidFill>
                <a:highlight>
                  <a:srgbClr val="FFFFFF"/>
                </a:highlight>
                <a:latin typeface="Times New Roman"/>
                <a:ea typeface="Times New Roman"/>
                <a:cs typeface="Times New Roman"/>
                <a:sym typeface="Times New Roman"/>
              </a:rPr>
              <a:t>REFERENCES</a:t>
            </a:r>
          </a:p>
          <a:p>
            <a:pPr marL="0" lvl="0" indent="0" algn="l" rtl="0">
              <a:lnSpc>
                <a:spcPct val="100000"/>
              </a:lnSpc>
              <a:spcBef>
                <a:spcPts val="0"/>
              </a:spcBef>
              <a:spcAft>
                <a:spcPts val="0"/>
              </a:spcAft>
              <a:buNone/>
            </a:pPr>
            <a:r>
              <a:rPr lang="en-US" sz="1200" dirty="0">
                <a:solidFill>
                  <a:srgbClr val="222222"/>
                </a:solidFill>
                <a:highlight>
                  <a:srgbClr val="FFFFFF"/>
                </a:highlight>
                <a:latin typeface="Times New Roman"/>
                <a:ea typeface="Times New Roman"/>
                <a:cs typeface="Times New Roman"/>
                <a:sym typeface="Times New Roman"/>
              </a:rPr>
              <a:t>[1] Y. Du et al., “Improving Factuality and Reasoning in Language Models Through Multiagent Debate,” ICML, 2024.  [2] P. Lewis et al., “Retrieval-Augmented Generation for Knowledge-Intensive NLP Tasks,” NeurIPS, 2020. [3] A. Williams et al., “A Broad-Coverage Challenge Corpus for Sentence Understanding through Inference,” NAACL-HLT, 2018. [4] A. Cattan et al., “DRAGged into Conflicts,” 2025.</a:t>
            </a:r>
          </a:p>
        </p:txBody>
      </p:sp>
      <p:sp>
        <p:nvSpPr>
          <p:cNvPr id="85" name="Google Shape;85;p13"/>
          <p:cNvSpPr/>
          <p:nvPr/>
        </p:nvSpPr>
        <p:spPr>
          <a:xfrm>
            <a:off x="0" y="-99"/>
            <a:ext cx="12816364" cy="1150474"/>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7"/>
              <a:buFont typeface="Arial"/>
              <a:buNone/>
            </a:pPr>
            <a:endParaRPr sz="1407" b="0" i="0" u="none" strike="noStrike" cap="none">
              <a:solidFill>
                <a:schemeClr val="dk1"/>
              </a:solidFill>
              <a:latin typeface="Calibri"/>
              <a:ea typeface="Calibri"/>
              <a:cs typeface="Calibri"/>
              <a:sym typeface="Calibri"/>
            </a:endParaRPr>
          </a:p>
        </p:txBody>
      </p:sp>
      <p:sp>
        <p:nvSpPr>
          <p:cNvPr id="86" name="Google Shape;86;p13"/>
          <p:cNvSpPr txBox="1"/>
          <p:nvPr/>
        </p:nvSpPr>
        <p:spPr>
          <a:xfrm>
            <a:off x="2655850" y="23146"/>
            <a:ext cx="7729200" cy="504404"/>
          </a:xfrm>
          <a:prstGeom prst="rect">
            <a:avLst/>
          </a:prstGeom>
          <a:noFill/>
          <a:ln>
            <a:noFill/>
          </a:ln>
        </p:spPr>
        <p:txBody>
          <a:bodyPr spcFirstLastPara="1" wrap="square" lIns="0" tIns="5750" rIns="0" bIns="0" anchor="b" anchorCtr="0">
            <a:spAutoFit/>
          </a:bodyPr>
          <a:lstStyle/>
          <a:p>
            <a:pPr marL="6065" marR="0" lvl="0" indent="0" algn="ctr" rtl="0">
              <a:lnSpc>
                <a:spcPct val="90000"/>
              </a:lnSpc>
              <a:spcBef>
                <a:spcPts val="0"/>
              </a:spcBef>
              <a:spcAft>
                <a:spcPts val="0"/>
              </a:spcAft>
              <a:buClr>
                <a:schemeClr val="dk1"/>
              </a:buClr>
              <a:buSzPts val="2400"/>
              <a:buFont typeface="Arial"/>
              <a:buNone/>
            </a:pPr>
            <a:r>
              <a:rPr lang="en-US" sz="1130" b="1" dirty="0">
                <a:solidFill>
                  <a:srgbClr val="222222"/>
                </a:solidFill>
                <a:latin typeface="Arial"/>
              </a:rPr>
              <a:t>Multi Agent Debate Framework Using Evidence Disagreement Triggering and Conflict Type Classification</a:t>
            </a:r>
          </a:p>
          <a:p>
            <a:pPr marL="6065" marR="0" lvl="0" indent="0" algn="ctr" rtl="0">
              <a:lnSpc>
                <a:spcPct val="90000"/>
              </a:lnSpc>
              <a:spcBef>
                <a:spcPts val="0"/>
              </a:spcBef>
              <a:spcAft>
                <a:spcPts val="0"/>
              </a:spcAft>
              <a:buClr>
                <a:schemeClr val="dk1"/>
              </a:buClr>
              <a:buSzPts val="2400"/>
              <a:buFont typeface="Arial"/>
              <a:buNone/>
            </a:pPr>
            <a:r>
              <a:rPr lang="en-US" sz="1200" b="1" dirty="0">
                <a:solidFill>
                  <a:schemeClr val="dk1"/>
                </a:solidFill>
              </a:rPr>
              <a:t/>
            </a:r>
          </a:p>
          <a:p>
            <a:pPr marL="6065" marR="0" lvl="0" indent="0" algn="ctr" rtl="0">
              <a:lnSpc>
                <a:spcPct val="90000"/>
              </a:lnSpc>
              <a:spcBef>
                <a:spcPts val="0"/>
              </a:spcBef>
              <a:spcAft>
                <a:spcPts val="0"/>
              </a:spcAft>
              <a:buClr>
                <a:schemeClr val="dk1"/>
              </a:buClr>
              <a:buSzPts val="2400"/>
              <a:buFont typeface="Arial"/>
              <a:buNone/>
            </a:pPr>
            <a:r>
              <a:rPr lang="en-US" sz="1200" b="1" dirty="0">
                <a:solidFill>
                  <a:schemeClr val="dk1"/>
                </a:solidFill>
              </a:rPr>
              <a:t/>
            </a:r>
            <a:endParaRPr sz="1200" b="1" i="0" u="none" strike="noStrike" cap="none" dirty="0">
              <a:solidFill>
                <a:schemeClr val="lt1"/>
              </a:solidFill>
              <a:latin typeface="Arial"/>
              <a:ea typeface="Arial"/>
              <a:cs typeface="Arial"/>
              <a:sym typeface="Arial"/>
            </a:endParaRPr>
          </a:p>
        </p:txBody>
      </p:sp>
      <p:sp>
        <p:nvSpPr>
          <p:cNvPr id="87" name="Google Shape;87;p13"/>
          <p:cNvSpPr txBox="1"/>
          <p:nvPr/>
        </p:nvSpPr>
        <p:spPr>
          <a:xfrm>
            <a:off x="2995125" y="549078"/>
            <a:ext cx="7251300" cy="187500"/>
          </a:xfrm>
          <a:prstGeom prst="rect">
            <a:avLst/>
          </a:prstGeom>
          <a:noFill/>
          <a:ln>
            <a:noFill/>
          </a:ln>
        </p:spPr>
        <p:txBody>
          <a:bodyPr spcFirstLastPara="1" wrap="square" lIns="0" tIns="7875" rIns="0" bIns="0" anchor="t" anchorCtr="0">
            <a:spAutoFit/>
          </a:bodyPr>
          <a:lstStyle/>
          <a:p>
            <a:pPr marL="6065" marR="0" lvl="0" indent="0" algn="ctr" rtl="0">
              <a:lnSpc>
                <a:spcPct val="100000"/>
              </a:lnSpc>
              <a:spcBef>
                <a:spcPts val="0"/>
              </a:spcBef>
              <a:spcAft>
                <a:spcPts val="0"/>
              </a:spcAft>
              <a:buClr>
                <a:srgbClr val="000000"/>
              </a:buClr>
              <a:buSzPts val="1167"/>
              <a:buFont typeface="Arial"/>
              <a:buNone/>
            </a:pPr>
            <a:r>
              <a:rPr lang="en-US" sz="1040" dirty="0">
                <a:solidFill>
                  <a:srgbClr val="FFFFFF"/>
                </a:solidFill>
                <a:latin typeface="Arial"/>
              </a:rPr>
              <a:t>M. Marimuthu  |  Faculty</a:t>
            </a:r>
            <a:endParaRPr sz="1167" b="0" i="0" u="none" strike="noStrike" cap="none" dirty="0">
              <a:solidFill>
                <a:schemeClr val="dk1"/>
              </a:solidFill>
              <a:latin typeface="Arial"/>
              <a:ea typeface="Arial"/>
              <a:cs typeface="Arial"/>
              <a:sym typeface="Arial"/>
            </a:endParaRPr>
          </a:p>
        </p:txBody>
      </p:sp>
      <p:sp>
        <p:nvSpPr>
          <p:cNvPr id="88" name="Google Shape;88;p13"/>
          <p:cNvSpPr txBox="1"/>
          <p:nvPr/>
        </p:nvSpPr>
        <p:spPr>
          <a:xfrm>
            <a:off x="3924513" y="736576"/>
            <a:ext cx="5191800" cy="187500"/>
          </a:xfrm>
          <a:prstGeom prst="rect">
            <a:avLst/>
          </a:prstGeom>
          <a:noFill/>
          <a:ln>
            <a:noFill/>
          </a:ln>
        </p:spPr>
        <p:txBody>
          <a:bodyPr spcFirstLastPara="1" wrap="square" lIns="0" tIns="7875" rIns="0" bIns="0" anchor="t" anchorCtr="0">
            <a:spAutoFit/>
          </a:bodyPr>
          <a:lstStyle/>
          <a:p>
            <a:pPr marL="6065" marR="0" lvl="0" indent="0" algn="ctr" rtl="0">
              <a:lnSpc>
                <a:spcPct val="100000"/>
              </a:lnSpc>
              <a:spcBef>
                <a:spcPts val="0"/>
              </a:spcBef>
              <a:spcAft>
                <a:spcPts val="0"/>
              </a:spcAft>
              <a:buClr>
                <a:srgbClr val="000000"/>
              </a:buClr>
              <a:buSzPts val="1167"/>
              <a:buFont typeface="Arial"/>
              <a:buNone/>
            </a:pPr>
            <a:r>
              <a:rPr lang="en-US" sz="1019" b="0" i="0" u="none" strike="noStrike" cap="none" dirty="0">
                <a:solidFill>
                  <a:srgbClr val="FFFFFF"/>
                </a:solidFill>
                <a:latin typeface="Arial"/>
                <a:ea typeface="Arial"/>
                <a:cs typeface="Arial"/>
                <a:sym typeface="Arial"/>
              </a:rPr>
              <a:t>M. Reddy Sasi Kiran  •  Suhas Koheda  •  C. R. Suhas</a:t>
            </a:r>
            <a:r>
              <a:rPr lang="en-US" sz="1167" dirty="0">
                <a:solidFill>
                  <a:srgbClr val="FFFFFF"/>
                </a:solidFill>
              </a:rPr>
              <a:t/>
            </a:r>
            <a:endParaRPr sz="1167" b="0" i="0" u="none" strike="noStrike" cap="none" dirty="0">
              <a:solidFill>
                <a:schemeClr val="dk1"/>
              </a:solidFill>
              <a:latin typeface="Arial"/>
              <a:ea typeface="Arial"/>
              <a:cs typeface="Arial"/>
              <a:sym typeface="Arial"/>
            </a:endParaRPr>
          </a:p>
        </p:txBody>
      </p:sp>
      <p:sp>
        <p:nvSpPr>
          <p:cNvPr id="89" name="Google Shape;89;p13"/>
          <p:cNvSpPr txBox="1"/>
          <p:nvPr/>
        </p:nvSpPr>
        <p:spPr>
          <a:xfrm>
            <a:off x="4024875" y="924080"/>
            <a:ext cx="5191800" cy="187500"/>
          </a:xfrm>
          <a:prstGeom prst="rect">
            <a:avLst/>
          </a:prstGeom>
          <a:noFill/>
          <a:ln>
            <a:noFill/>
          </a:ln>
        </p:spPr>
        <p:txBody>
          <a:bodyPr spcFirstLastPara="1" wrap="square" lIns="0" tIns="7875" rIns="0" bIns="0" anchor="t" anchorCtr="0">
            <a:spAutoFit/>
          </a:bodyPr>
          <a:lstStyle/>
          <a:p>
            <a:pPr marL="6065" marR="0" lvl="0" indent="0" algn="ctr" rtl="0">
              <a:lnSpc>
                <a:spcPct val="100000"/>
              </a:lnSpc>
              <a:spcBef>
                <a:spcPts val="0"/>
              </a:spcBef>
              <a:spcAft>
                <a:spcPts val="0"/>
              </a:spcAft>
              <a:buClr>
                <a:srgbClr val="000000"/>
              </a:buClr>
              <a:buSzPts val="1167"/>
              <a:buFont typeface="Arial"/>
              <a:buNone/>
            </a:pPr>
            <a:r>
              <a:rPr lang="en-US" sz="1000" b="0" i="0" u="none" strike="noStrike" cap="none">
                <a:solidFill>
                  <a:srgbClr val="FFFFFF"/>
                </a:solidFill>
                <a:latin typeface="Arial"/>
                <a:ea typeface="Arial"/>
                <a:cs typeface="Arial"/>
                <a:sym typeface="Arial"/>
              </a:rPr>
              <a:t>School of Computer Science and Engineering  |  VIT Chennai</a:t>
            </a:r>
            <a:endParaRPr sz="1167" b="0" i="0" u="none" strike="noStrike" cap="none">
              <a:solidFill>
                <a:schemeClr val="dk1"/>
              </a:solidFill>
              <a:latin typeface="Arial"/>
              <a:ea typeface="Arial"/>
              <a:cs typeface="Arial"/>
              <a:sym typeface="Arial"/>
            </a:endParaRPr>
          </a:p>
        </p:txBody>
      </p:sp>
      <p:sp>
        <p:nvSpPr>
          <p:cNvPr id="90" name="Google Shape;90;p13"/>
          <p:cNvSpPr txBox="1"/>
          <p:nvPr/>
        </p:nvSpPr>
        <p:spPr>
          <a:xfrm>
            <a:off x="131475" y="1229600"/>
            <a:ext cx="4048200" cy="8455929"/>
          </a:xfrm>
          <a:prstGeom prst="rect">
            <a:avLst/>
          </a:prstGeom>
          <a:noFill/>
          <a:ln w="9525" cap="flat" cmpd="sng">
            <a:solidFill>
              <a:srgbClr val="92AAEA"/>
            </a:solidFill>
            <a:prstDash val="solid"/>
            <a:miter lim="800000"/>
            <a:headEnd type="none" w="sm" len="sm"/>
            <a:tailEnd type="none" w="sm" len="sm"/>
          </a:ln>
        </p:spPr>
        <p:txBody>
          <a:bodyPr spcFirstLastPara="1" wrap="square" lIns="91425" tIns="45700" rIns="91425" bIns="45700" anchor="t" anchorCtr="0">
            <a:spAutoFit/>
          </a:bodyPr>
          <a:lstStyle/>
          <a:p>
            <a:pPr marL="0" marR="35176" lvl="0" indent="0" algn="l" rtl="0">
              <a:lnSpc>
                <a:spcPct val="100000"/>
              </a:lnSpc>
              <a:spcBef>
                <a:spcPts val="0"/>
              </a:spcBef>
              <a:spcAft>
                <a:spcPts val="0"/>
              </a:spcAft>
              <a:buClr>
                <a:srgbClr val="000000"/>
              </a:buClr>
              <a:buSzPts val="1167"/>
              <a:buFont typeface="Arial"/>
              <a:buNone/>
            </a:pPr>
            <a:endParaRPr sz="1167" b="1" i="0" u="none" strike="noStrike" cap="none" dirty="0">
              <a:solidFill>
                <a:srgbClr val="0070C0"/>
              </a:solidFill>
              <a:latin typeface="Arial"/>
              <a:ea typeface="Arial"/>
              <a:cs typeface="Arial"/>
              <a:sym typeface="Arial"/>
            </a:endParaRPr>
          </a:p>
          <a:p>
            <a:pPr marL="0" marR="35176" lvl="0" indent="0" algn="l" rtl="0">
              <a:lnSpc>
                <a:spcPct val="100000"/>
              </a:lnSpc>
              <a:spcBef>
                <a:spcPts val="0"/>
              </a:spcBef>
              <a:spcAft>
                <a:spcPts val="0"/>
              </a:spcAft>
              <a:buClr>
                <a:srgbClr val="000000"/>
              </a:buClr>
              <a:buSzPts val="1167"/>
              <a:buFont typeface="Arial"/>
              <a:buNone/>
            </a:pPr>
            <a:r>
              <a:rPr lang="en-US" sz="1167" b="1" i="0" u="none" strike="noStrike" cap="none" dirty="0">
                <a:solidFill>
                  <a:srgbClr val="0070C0"/>
                </a:solidFill>
                <a:latin typeface="Arial"/>
                <a:ea typeface="Arial"/>
                <a:cs typeface="Arial"/>
                <a:sym typeface="Arial"/>
              </a:rPr>
              <a:t>MOTIVATION / INTRODUCTION</a:t>
            </a:r>
            <a:endParaRPr sz="1400" b="0" i="0" u="none" strike="noStrike" cap="none" dirty="0">
              <a:solidFill>
                <a:srgbClr val="0070C0"/>
              </a:solidFill>
              <a:latin typeface="Arial"/>
              <a:ea typeface="Arial"/>
              <a:cs typeface="Arial"/>
              <a:sym typeface="Arial"/>
            </a:endParaRPr>
          </a:p>
          <a:p>
            <a:pPr marL="0" marR="35176" lvl="0" indent="0" algn="l" rtl="0">
              <a:lnSpc>
                <a:spcPct val="100000"/>
              </a:lnSpc>
              <a:spcBef>
                <a:spcPts val="0"/>
              </a:spcBef>
              <a:spcAft>
                <a:spcPts val="0"/>
              </a:spcAft>
              <a:buClr>
                <a:srgbClr val="000000"/>
              </a:buClr>
              <a:buSzPts val="1167"/>
              <a:buFont typeface="Arial"/>
              <a:buNone/>
            </a:pPr>
            <a:endParaRPr sz="1167" b="1" i="0" u="none" strike="noStrike" cap="none" dirty="0">
              <a:solidFill>
                <a:srgbClr val="0070C0"/>
              </a:solidFill>
              <a:latin typeface="Times New Roman"/>
              <a:ea typeface="Times New Roman"/>
              <a:cs typeface="Times New Roman"/>
              <a:sym typeface="Times New Roman"/>
            </a:endParaRPr>
          </a:p>
          <a:p>
            <a:pPr marL="457200" lvl="0" indent="-355600" algn="just" rtl="0">
              <a:spcBef>
                <a:spcPts val="0"/>
              </a:spcBef>
              <a:spcAft>
                <a:spcPts val="0"/>
              </a:spcAft>
              <a:buClr>
                <a:schemeClr val="dk1"/>
              </a:buClr>
              <a:buSzPts val="2000"/>
              <a:buFont typeface="Times New Roman"/>
              <a:buChar char="•"/>
            </a:pPr>
            <a:r>
              <a:rPr lang="en-US" sz="1250" dirty="0">
                <a:solidFill>
                  <a:schemeClr val="dk1"/>
                </a:solidFill>
                <a:latin typeface="Times New Roman"/>
                <a:ea typeface="Times New Roman"/>
                <a:cs typeface="Times New Roman"/>
                <a:sym typeface="Times New Roman"/>
              </a:rPr>
              <a:t>Multiple sources can return different answers because they refer to different dates, versions, populations, or definitions.</a:t>
            </a:r>
          </a:p>
          <a:p>
            <a:pPr marL="457200" lvl="0" indent="-355600" algn="just" rtl="0">
              <a:spcBef>
                <a:spcPts val="0"/>
              </a:spcBef>
              <a:spcAft>
                <a:spcPts val="0"/>
              </a:spcAft>
              <a:buClr>
                <a:schemeClr val="dk1"/>
              </a:buClr>
              <a:buSzPts val="2000"/>
              <a:buFont typeface="Times New Roman"/>
              <a:buChar char="•"/>
            </a:pPr>
            <a:r>
              <a:rPr lang="en-US" sz="1250" dirty="0">
                <a:solidFill>
                  <a:schemeClr val="dk1"/>
                </a:solidFill>
                <a:latin typeface="Times New Roman"/>
                <a:ea typeface="Times New Roman"/>
                <a:cs typeface="Times New Roman"/>
                <a:sym typeface="Times New Roman"/>
              </a:rPr>
              <a:t>A multi-agent debate can help examine disagreement, but running it for every question adds model calls and delay.</a:t>
            </a:r>
          </a:p>
          <a:p>
            <a:pPr marL="457200" lvl="0" indent="-355600" algn="just" rtl="0">
              <a:spcBef>
                <a:spcPts val="0"/>
              </a:spcBef>
              <a:spcAft>
                <a:spcPts val="0"/>
              </a:spcAft>
              <a:buClr>
                <a:schemeClr val="dk1"/>
              </a:buClr>
              <a:buSzPts val="2000"/>
              <a:buFont typeface="Times New Roman"/>
              <a:buChar char="•"/>
            </a:pPr>
            <a:r>
              <a:rPr lang="en-US" sz="1250" dirty="0">
                <a:solidFill>
                  <a:schemeClr val="dk1"/>
                </a:solidFill>
                <a:latin typeface="Times New Roman"/>
                <a:ea typeface="Times New Roman"/>
                <a:cs typeface="Times New Roman"/>
                <a:sym typeface="Times New Roman"/>
              </a:rPr>
              <a:t>Evidence-MAD checks the relations among retrieved claims before opening the debate path.</a:t>
            </a:r>
          </a:p>
          <a:p>
            <a:pPr marL="457200" lvl="0" indent="-355600" algn="just" rtl="0">
              <a:spcBef>
                <a:spcPts val="0"/>
              </a:spcBef>
              <a:spcAft>
                <a:spcPts val="0"/>
              </a:spcAft>
              <a:buClr>
                <a:schemeClr val="dk1"/>
              </a:buClr>
              <a:buSzPts val="2000"/>
              <a:buFont typeface="Times New Roman"/>
              <a:buChar char="•"/>
            </a:pPr>
            <a:r>
              <a:rPr lang="en-US" sz="1250" dirty="0">
                <a:solidFill>
                  <a:schemeClr val="dk1"/>
                </a:solidFill>
                <a:latin typeface="Times New Roman"/>
                <a:ea typeface="Times New Roman"/>
                <a:cs typeface="Times New Roman"/>
                <a:sym typeface="Times New Roman"/>
              </a:rPr>
              <a:t/>
            </a:r>
            <a:r>
              <a:rPr lang="en-US" sz="1250" dirty="0" err="1">
                <a:solidFill>
                  <a:schemeClr val="dk1"/>
                </a:solidFill>
                <a:latin typeface="Times New Roman"/>
                <a:ea typeface="Times New Roman"/>
                <a:cs typeface="Times New Roman"/>
                <a:sym typeface="Times New Roman"/>
              </a:rPr>
              <a:t/>
            </a:r>
            <a:r>
              <a:rPr lang="en-US" sz="1250" dirty="0">
                <a:solidFill>
                  <a:schemeClr val="dk1"/>
                </a:solidFill>
                <a:latin typeface="Times New Roman"/>
                <a:ea typeface="Times New Roman"/>
                <a:cs typeface="Times New Roman"/>
                <a:sym typeface="Times New Roman"/>
              </a:rPr>
              <a:t/>
            </a:r>
            <a:r>
              <a:rPr lang="en-US" sz="1250" dirty="0" err="1">
                <a:solidFill>
                  <a:schemeClr val="dk1"/>
                </a:solidFill>
                <a:latin typeface="Times New Roman"/>
                <a:ea typeface="Times New Roman"/>
                <a:cs typeface="Times New Roman"/>
                <a:sym typeface="Times New Roman"/>
              </a:rPr>
              <a:t/>
            </a:r>
            <a:r>
              <a:rPr lang="en-US" sz="1250" dirty="0">
                <a:solidFill>
                  <a:schemeClr val="dk1"/>
                </a:solidFill>
                <a:latin typeface="Times New Roman"/>
                <a:ea typeface="Times New Roman"/>
                <a:cs typeface="Times New Roman"/>
                <a:sym typeface="Times New Roman"/>
              </a:rPr>
              <a:t/>
            </a:r>
            <a:endParaRPr sz="1050" b="0" i="0" u="none" strike="noStrike" cap="none" dirty="0">
              <a:solidFill>
                <a:srgbClr val="231F2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dirty="0">
                <a:solidFill>
                  <a:srgbClr val="0070C0"/>
                </a:solidFill>
                <a:latin typeface="Arial"/>
                <a:ea typeface="Arial"/>
                <a:cs typeface="Arial"/>
                <a:sym typeface="Arial"/>
              </a:rPr>
              <a:t>OBJECTIVES</a:t>
            </a:r>
            <a:endParaRPr sz="1400" b="0" i="0" u="none" strike="noStrike" cap="none" dirty="0">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200" b="1" i="0" u="none" strike="noStrike" cap="none" dirty="0">
              <a:solidFill>
                <a:srgbClr val="0070C0"/>
              </a:solidFill>
              <a:latin typeface="Arial"/>
              <a:ea typeface="Arial"/>
              <a:cs typeface="Arial"/>
              <a:sym typeface="Arial"/>
            </a:endParaRPr>
          </a:p>
          <a:p>
            <a:pPr marL="457200" marR="0" lvl="0" indent="-304800" algn="l" rtl="0">
              <a:lnSpc>
                <a:spcPct val="100000"/>
              </a:lnSpc>
              <a:spcBef>
                <a:spcPts val="0"/>
              </a:spcBef>
              <a:spcAft>
                <a:spcPts val="0"/>
              </a:spcAft>
              <a:buSzPts val="1200"/>
              <a:buChar char="●"/>
            </a:pPr>
            <a:r>
              <a:rPr lang="en-US" sz="1200" dirty="0">
                <a:latin typeface="Times New Roman"/>
                <a:ea typeface="Times New Roman"/>
                <a:cs typeface="Times New Roman"/>
                <a:sym typeface="Times New Roman"/>
              </a:rPr>
              <a:t>Compare normalized claims with a bidirectional natural-language-inference (NLI) model.</a:t>
            </a:r>
            <a:r>
              <a:rPr lang="en-US" sz="1200" dirty="0" err="1">
                <a:latin typeface="Times New Roman"/>
                <a:ea typeface="Times New Roman"/>
                <a:cs typeface="Times New Roman"/>
                <a:sym typeface="Times New Roman"/>
              </a:rPr>
              <a:t/>
            </a:r>
            <a:r>
              <a:rPr lang="en-US" sz="1200" dirty="0">
                <a:latin typeface="Times New Roman"/>
                <a:ea typeface="Times New Roman"/>
                <a:cs typeface="Times New Roman"/>
                <a:sym typeface="Times New Roman"/>
              </a:rPr>
              <a:t/>
            </a:r>
            <a:r>
              <a:rPr lang="en-US" sz="1200" dirty="0" err="1">
                <a:latin typeface="Times New Roman"/>
                <a:ea typeface="Times New Roman"/>
                <a:cs typeface="Times New Roman"/>
                <a:sym typeface="Times New Roman"/>
              </a:rPr>
              <a:t/>
            </a:r>
            <a:r>
              <a:rPr lang="en-US" sz="1200" dirty="0">
                <a:latin typeface="Times New Roman"/>
                <a:ea typeface="Times New Roman"/>
                <a:cs typeface="Times New Roman"/>
                <a:sym typeface="Times New Roman"/>
              </a:rPr>
              <a:t/>
            </a:r>
            <a:r>
              <a:rPr lang="en-US" sz="1200" dirty="0" err="1">
                <a:latin typeface="Times New Roman"/>
                <a:ea typeface="Times New Roman"/>
                <a:cs typeface="Times New Roman"/>
                <a:sym typeface="Times New Roman"/>
              </a:rPr>
              <a:t/>
            </a:r>
            <a:r>
              <a:rPr lang="en-US" sz="1200" dirty="0">
                <a:latin typeface="Times New Roman"/>
                <a:ea typeface="Times New Roman"/>
                <a:cs typeface="Times New Roman"/>
                <a:sym typeface="Times New Roman"/>
              </a:rPr>
              <a:t/>
            </a:r>
          </a:p>
          <a:p>
            <a:pPr marL="457200" marR="0" lvl="0" indent="-304800" algn="l" rtl="0">
              <a:lnSpc>
                <a:spcPct val="100000"/>
              </a:lnSpc>
              <a:spcBef>
                <a:spcPts val="0"/>
              </a:spcBef>
              <a:spcAft>
                <a:spcPts val="0"/>
              </a:spcAft>
              <a:buSzPts val="1200"/>
              <a:buChar char="●"/>
            </a:pPr>
            <a:r>
              <a:rPr lang="en-US" sz="1200" dirty="0">
                <a:latin typeface="Times New Roman"/>
                <a:ea typeface="Times New Roman"/>
                <a:cs typeface="Times New Roman"/>
                <a:sym typeface="Times New Roman"/>
              </a:rPr>
              <a:t>Route agreement, disagreement, uncertainty, and insufficient evidence separately.</a:t>
            </a:r>
          </a:p>
          <a:p>
            <a:pPr marL="457200" marR="0" lvl="0" indent="-304800" algn="l" rtl="0">
              <a:lnSpc>
                <a:spcPct val="100000"/>
              </a:lnSpc>
              <a:spcBef>
                <a:spcPts val="0"/>
              </a:spcBef>
              <a:spcAft>
                <a:spcPts val="0"/>
              </a:spcAft>
              <a:buSzPts val="1200"/>
              <a:buChar char="●"/>
            </a:pPr>
            <a:r>
              <a:rPr lang="en-US" sz="1200" dirty="0">
                <a:latin typeface="Times New Roman"/>
                <a:ea typeface="Times New Roman"/>
                <a:cs typeface="Times New Roman"/>
                <a:sym typeface="Times New Roman"/>
              </a:rPr>
              <a:t>Use factual, temporal, version, contextual, and source conflict labels to guide debate.</a:t>
            </a:r>
          </a:p>
          <a:p>
            <a:pPr marL="457200" marR="0" lvl="0" indent="-304800" algn="l" rtl="0">
              <a:lnSpc>
                <a:spcPct val="100000"/>
              </a:lnSpc>
              <a:spcBef>
                <a:spcPts val="0"/>
              </a:spcBef>
              <a:spcAft>
                <a:spcPts val="0"/>
              </a:spcAft>
              <a:buSzPts val="1200"/>
              <a:buChar char="●"/>
            </a:pPr>
            <a:r>
              <a:rPr lang="en-US" sz="1200" dirty="0">
                <a:latin typeface="Times New Roman"/>
                <a:ea typeface="Times New Roman"/>
                <a:cs typeface="Times New Roman"/>
                <a:sym typeface="Times New Roman"/>
              </a:rPr>
              <a:t>Keep retrieved evidence, decisions, debate stages, and outcomes in JSON traces.</a:t>
            </a:r>
          </a:p>
          <a:p>
            <a:pPr marL="457200" marR="0" lvl="0" indent="-304800" algn="l" rtl="0">
              <a:lnSpc>
                <a:spcPct val="100000"/>
              </a:lnSpc>
              <a:spcBef>
                <a:spcPts val="0"/>
              </a:spcBef>
              <a:spcAft>
                <a:spcPts val="0"/>
              </a:spcAft>
              <a:buSzPts val="1200"/>
              <a:buChar char="●"/>
            </a:pPr>
            <a:r>
              <a:rPr lang="en-US" sz="1200" dirty="0">
                <a:latin typeface="Times New Roman"/>
                <a:ea typeface="Times New Roman"/>
                <a:cs typeface="Times New Roman"/>
                <a:sym typeface="Times New Roman"/>
              </a:rPr>
              <a:t/>
            </a:r>
            <a:endParaRPr sz="1050" dirty="0"/>
          </a:p>
          <a:p>
            <a:pPr marL="0" marR="0" lvl="0" indent="0" algn="l" rtl="0">
              <a:lnSpc>
                <a:spcPct val="100000"/>
              </a:lnSpc>
              <a:spcBef>
                <a:spcPts val="0"/>
              </a:spcBef>
              <a:spcAft>
                <a:spcPts val="0"/>
              </a:spcAft>
              <a:buClr>
                <a:srgbClr val="000000"/>
              </a:buClr>
              <a:buSzPts val="1050"/>
              <a:buFont typeface="Arial"/>
              <a:buNone/>
            </a:pPr>
            <a:endParaRPr sz="1050" b="0" i="0" u="none" strike="noStrike" cap="none" dirty="0">
              <a:solidFill>
                <a:srgbClr val="231F2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dirty="0">
                <a:solidFill>
                  <a:srgbClr val="0070C0"/>
                </a:solidFill>
                <a:latin typeface="Arial"/>
                <a:ea typeface="Arial"/>
                <a:cs typeface="Arial"/>
                <a:sym typeface="Arial"/>
              </a:rPr>
              <a:t>SCOPE OF THE PROJECT</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50"/>
              <a:buFont typeface="Arial"/>
              <a:buNone/>
            </a:pPr>
            <a:endParaRPr sz="1050" b="1" i="0" u="none" strike="noStrike" cap="none" dirty="0">
              <a:solidFill>
                <a:srgbClr val="0070C0"/>
              </a:solidFill>
              <a:latin typeface="Arial"/>
              <a:ea typeface="Arial"/>
              <a:cs typeface="Arial"/>
              <a:sym typeface="Arial"/>
            </a:endParaRPr>
          </a:p>
          <a:p>
            <a:pPr marL="0" marR="0" lvl="0" indent="0" algn="just" rtl="0">
              <a:lnSpc>
                <a:spcPct val="115000"/>
              </a:lnSpc>
              <a:spcBef>
                <a:spcPts val="0"/>
              </a:spcBef>
              <a:spcAft>
                <a:spcPts val="0"/>
              </a:spcAft>
              <a:buClr>
                <a:srgbClr val="000000"/>
              </a:buClr>
              <a:buSzPts val="1050"/>
              <a:buFont typeface="Arial"/>
              <a:buNone/>
            </a:pPr>
            <a:r>
              <a:rPr lang="en-US" sz="1200" i="0" u="none" strike="noStrike" cap="none" dirty="0">
                <a:solidFill>
                  <a:srgbClr val="231F20"/>
                </a:solidFill>
                <a:latin typeface="Times New Roman"/>
                <a:ea typeface="Times New Roman"/>
                <a:cs typeface="Times New Roman"/>
                <a:sym typeface="Times New Roman"/>
              </a:rPr>
              <a:t>This poster reports one live comparison of six system configurations on 96 questions. The saved set has no gold answer labels, so it supports an operational analysis of routing and runtime—not an answer-accuracy claim.</a:t>
            </a:r>
            <a:r>
              <a:rPr lang="en-US" sz="1200" i="0" u="none" strike="noStrike" cap="none" dirty="0" err="1">
                <a:solidFill>
                  <a:srgbClr val="231F20"/>
                </a:solidFill>
                <a:latin typeface="Times New Roman"/>
                <a:ea typeface="Times New Roman"/>
                <a:cs typeface="Times New Roman"/>
                <a:sym typeface="Times New Roman"/>
              </a:rPr>
              <a:t/>
            </a:r>
            <a:r>
              <a:rPr lang="en-US" sz="1200" i="0" u="none" strike="noStrike" cap="none" dirty="0">
                <a:solidFill>
                  <a:srgbClr val="231F20"/>
                </a:solidFill>
                <a:latin typeface="Times New Roman"/>
                <a:ea typeface="Times New Roman"/>
                <a:cs typeface="Times New Roman"/>
                <a:sym typeface="Times New Roman"/>
              </a:rPr>
              <a:t/>
            </a:r>
            <a:r>
              <a:rPr lang="en-US" sz="1200" i="0" u="none" strike="noStrike" cap="none" dirty="0" err="1">
                <a:solidFill>
                  <a:srgbClr val="231F20"/>
                </a:solidFill>
                <a:latin typeface="Times New Roman"/>
                <a:ea typeface="Times New Roman"/>
                <a:cs typeface="Times New Roman"/>
                <a:sym typeface="Times New Roman"/>
              </a:rPr>
              <a:t/>
            </a:r>
            <a:r>
              <a:rPr lang="en-US" sz="1200" i="0" u="none" strike="noStrike" cap="none" dirty="0">
                <a:solidFill>
                  <a:srgbClr val="231F20"/>
                </a:solidFill>
                <a:latin typeface="Times New Roman"/>
                <a:ea typeface="Times New Roman"/>
                <a:cs typeface="Times New Roman"/>
                <a:sym typeface="Times New Roman"/>
              </a:rPr>
              <a:t/>
            </a:r>
            <a:endParaRPr sz="1200" dirty="0">
              <a:solidFill>
                <a:schemeClr val="dk1"/>
              </a:solidFill>
              <a:latin typeface="Times New Roman"/>
              <a:ea typeface="Times New Roman"/>
              <a:cs typeface="Times New Roman"/>
              <a:sym typeface="Times New Roman"/>
            </a:endParaRPr>
          </a:p>
        </p:txBody>
      </p:sp>
      <p:sp>
        <p:nvSpPr>
          <p:cNvPr id="91" name="Google Shape;91;p13"/>
          <p:cNvSpPr txBox="1"/>
          <p:nvPr/>
        </p:nvSpPr>
        <p:spPr>
          <a:xfrm>
            <a:off x="4311950" y="1229600"/>
            <a:ext cx="4113000" cy="3983230"/>
          </a:xfrm>
          <a:prstGeom prst="rect">
            <a:avLst/>
          </a:prstGeom>
          <a:noFill/>
          <a:ln w="9525" cap="flat" cmpd="sng">
            <a:solidFill>
              <a:srgbClr val="92AAEA"/>
            </a:solidFill>
            <a:prstDash val="solid"/>
            <a:miter lim="800000"/>
            <a:headEnd type="none" w="sm" len="sm"/>
            <a:tailEnd type="none" w="sm" len="sm"/>
          </a:ln>
        </p:spPr>
        <p:txBody>
          <a:bodyPr spcFirstLastPara="1" wrap="square" lIns="91425" tIns="45700" rIns="91425" bIns="45700" anchor="t" anchorCtr="0">
            <a:spAutoFit/>
          </a:bodyPr>
          <a:lstStyle/>
          <a:p>
            <a:pPr marL="0" marR="35176" lvl="0" indent="0" algn="just" rtl="0">
              <a:lnSpc>
                <a:spcPct val="100000"/>
              </a:lnSpc>
              <a:spcBef>
                <a:spcPts val="0"/>
              </a:spcBef>
              <a:spcAft>
                <a:spcPts val="0"/>
              </a:spcAft>
              <a:buClr>
                <a:srgbClr val="000000"/>
              </a:buClr>
              <a:buSzPts val="1167"/>
              <a:buFont typeface="Arial"/>
              <a:buNone/>
            </a:pPr>
            <a:endParaRPr lang="en-US" sz="1167" b="1" dirty="0">
              <a:solidFill>
                <a:srgbClr val="0070C0"/>
              </a:solidFill>
            </a:endParaRPr>
          </a:p>
          <a:p>
            <a:pPr marL="0" marR="35176" lvl="0" indent="0" algn="just" rtl="0">
              <a:lnSpc>
                <a:spcPct val="100000"/>
              </a:lnSpc>
              <a:spcBef>
                <a:spcPts val="0"/>
              </a:spcBef>
              <a:spcAft>
                <a:spcPts val="0"/>
              </a:spcAft>
              <a:buClr>
                <a:srgbClr val="000000"/>
              </a:buClr>
              <a:buSzPts val="1167"/>
              <a:buFont typeface="Arial"/>
              <a:buNone/>
            </a:pPr>
            <a:r>
              <a:rPr lang="en-US" sz="1167" b="1" i="0" u="none" strike="noStrike" cap="none" dirty="0">
                <a:solidFill>
                  <a:srgbClr val="0070C0"/>
                </a:solidFill>
                <a:latin typeface="Arial"/>
                <a:ea typeface="Arial"/>
                <a:cs typeface="Arial"/>
                <a:sym typeface="Arial"/>
              </a:rPr>
              <a:t>METHODOLOGY</a:t>
            </a:r>
          </a:p>
          <a:p>
            <a:pPr marL="285750" marR="35176" lvl="0" indent="-285750" rtl="0">
              <a:lnSpc>
                <a:spcPct val="100000"/>
              </a:lnSpc>
              <a:spcBef>
                <a:spcPts val="0"/>
              </a:spcBef>
              <a:spcAft>
                <a:spcPts val="0"/>
              </a:spcAft>
              <a:buClr>
                <a:srgbClr val="000000"/>
              </a:buClr>
              <a:buSzPts val="1167"/>
              <a:buFont typeface="Arial" panose="020B0604020202020204" pitchFamily="34" charset="0"/>
              <a:buChar char="•"/>
            </a:pPr>
            <a:r>
              <a:rPr lang="en-IN" sz="1200" i="0" u="none" strike="noStrike" cap="none" dirty="0">
                <a:solidFill>
                  <a:srgbClr val="000000"/>
                </a:solidFill>
                <a:latin typeface="Times New Roman" panose="02020603050405020304" pitchFamily="18" charset="0"/>
                <a:cs typeface="Times New Roman" panose="02020603050405020304" pitchFamily="18" charset="0"/>
                <a:sym typeface="Arial"/>
              </a:rPr>
              <a:t>The router sends questions to web, Wikipedia reference, and Wikidata agents; an LLM answer agent supplies another candidate.</a:t>
            </a:r>
            <a:r>
              <a:rPr lang="en-IN" sz="1200" i="0" u="none" strike="noStrike" cap="none" dirty="0" err="1">
                <a:solidFill>
                  <a:srgbClr val="000000"/>
                </a:solidFill>
                <a:latin typeface="Times New Roman" panose="02020603050405020304" pitchFamily="18" charset="0"/>
                <a:cs typeface="Times New Roman" panose="02020603050405020304" pitchFamily="18" charset="0"/>
                <a:sym typeface="Arial"/>
              </a:rPr>
              <a:t/>
            </a:r>
            <a:r>
              <a:rPr lang="en-IN" sz="1200" i="0" u="none" strike="noStrike" cap="none" dirty="0">
                <a:solidFill>
                  <a:srgbClr val="000000"/>
                </a:solidFill>
                <a:latin typeface="Times New Roman" panose="02020603050405020304" pitchFamily="18" charset="0"/>
                <a:cs typeface="Times New Roman" panose="02020603050405020304" pitchFamily="18" charset="0"/>
                <a:sym typeface="Arial"/>
              </a:rPr>
              <a:t/>
            </a:r>
          </a:p>
          <a:p>
            <a:pPr marL="285750" marR="35176" lvl="0" indent="-285750" rtl="0">
              <a:lnSpc>
                <a:spcPct val="100000"/>
              </a:lnSpc>
              <a:spcBef>
                <a:spcPts val="0"/>
              </a:spcBef>
              <a:spcAft>
                <a:spcPts val="0"/>
              </a:spcAft>
              <a:buClr>
                <a:srgbClr val="000000"/>
              </a:buClr>
              <a:buSzPts val="1167"/>
              <a:buFont typeface="Arial" panose="020B0604020202020204" pitchFamily="34" charset="0"/>
              <a:buChar char="•"/>
            </a:pPr>
            <a:r>
              <a:rPr lang="en-IN" sz="1200" i="0" u="none" strike="noStrike" cap="none" dirty="0">
                <a:solidFill>
                  <a:srgbClr val="000000"/>
                </a:solidFill>
                <a:latin typeface="Times New Roman" panose="02020603050405020304" pitchFamily="18" charset="0"/>
                <a:cs typeface="Times New Roman" panose="02020603050405020304" pitchFamily="18" charset="0"/>
                <a:sym typeface="Arial"/>
              </a:rPr>
              <a:t>A relevance filter removes off-topic snippets. A normalizer turns the remaining material into claims with source details.</a:t>
            </a:r>
            <a:r>
              <a:rPr lang="en-IN" sz="1200" i="0" u="none" strike="noStrike" cap="none" dirty="0" err="1">
                <a:solidFill>
                  <a:srgbClr val="000000"/>
                </a:solidFill>
                <a:latin typeface="Times New Roman" panose="02020603050405020304" pitchFamily="18" charset="0"/>
                <a:cs typeface="Times New Roman" panose="02020603050405020304" pitchFamily="18" charset="0"/>
                <a:sym typeface="Arial"/>
              </a:rPr>
              <a:t/>
            </a:r>
            <a:r>
              <a:rPr lang="en-IN" sz="1200" i="0" u="none" strike="noStrike" cap="none" dirty="0">
                <a:solidFill>
                  <a:srgbClr val="000000"/>
                </a:solidFill>
                <a:latin typeface="Times New Roman" panose="02020603050405020304" pitchFamily="18" charset="0"/>
                <a:cs typeface="Times New Roman" panose="02020603050405020304" pitchFamily="18" charset="0"/>
                <a:sym typeface="Arial"/>
              </a:rPr>
              <a:t/>
            </a:r>
          </a:p>
          <a:p>
            <a:pPr marL="285750" marR="35176" lvl="0" indent="-285750" rtl="0">
              <a:lnSpc>
                <a:spcPct val="100000"/>
              </a:lnSpc>
              <a:spcBef>
                <a:spcPts val="0"/>
              </a:spcBef>
              <a:spcAft>
                <a:spcPts val="0"/>
              </a:spcAft>
              <a:buClr>
                <a:srgbClr val="000000"/>
              </a:buClr>
              <a:buSzPts val="1167"/>
              <a:buFont typeface="Arial" panose="020B0604020202020204" pitchFamily="34" charset="0"/>
              <a:buChar char="•"/>
            </a:pPr>
            <a:r>
              <a:rPr lang="en-IN" sz="1200" i="0" u="none" strike="noStrike" cap="none" dirty="0">
                <a:solidFill>
                  <a:srgbClr val="000000"/>
                </a:solidFill>
                <a:latin typeface="Times New Roman" panose="02020603050405020304" pitchFamily="18" charset="0"/>
                <a:cs typeface="Times New Roman" panose="02020603050405020304" pitchFamily="18" charset="0"/>
                <a:sym typeface="Arial"/>
              </a:rPr>
              <a:t>A RoBERTa-large NLI model compares claim pairs in both directions. The gate returns one of four evidence states.</a:t>
            </a:r>
          </a:p>
          <a:p>
            <a:pPr marL="285750" marR="35176" lvl="0" indent="-285750" rtl="0">
              <a:lnSpc>
                <a:spcPct val="100000"/>
              </a:lnSpc>
              <a:spcBef>
                <a:spcPts val="0"/>
              </a:spcBef>
              <a:spcAft>
                <a:spcPts val="0"/>
              </a:spcAft>
              <a:buClr>
                <a:srgbClr val="000000"/>
              </a:buClr>
              <a:buSzPts val="1167"/>
              <a:buFont typeface="Arial" panose="020B0604020202020204" pitchFamily="34" charset="0"/>
              <a:buChar char="•"/>
            </a:pPr>
            <a:r>
              <a:rPr lang="en-IN" sz="1200" i="0" u="none" strike="noStrike" cap="none" dirty="0">
                <a:solidFill>
                  <a:srgbClr val="000000"/>
                </a:solidFill>
                <a:latin typeface="Times New Roman" panose="02020603050405020304" pitchFamily="18" charset="0"/>
                <a:cs typeface="Times New Roman" panose="02020603050405020304" pitchFamily="18" charset="0"/>
                <a:sym typeface="Arial"/>
              </a:rPr>
              <a:t>When the state is DISAGREEMENT, the system classifies the conflict and runs Proposer, Critic, Reviser, and Judge stages.</a:t>
            </a:r>
          </a:p>
          <a:p>
            <a:pPr marR="35176" lvl="0" rtl="0">
              <a:lnSpc>
                <a:spcPct val="100000"/>
              </a:lnSpc>
              <a:spcBef>
                <a:spcPts val="0"/>
              </a:spcBef>
              <a:spcAft>
                <a:spcPts val="0"/>
              </a:spcAft>
              <a:buClr>
                <a:srgbClr val="000000"/>
              </a:buClr>
              <a:buSzPts val="1167"/>
            </a:pPr>
            <a:r>
              <a:rPr lang="en-IN" sz="1050" b="1" i="0" u="none" strike="noStrike" cap="none" dirty="0">
                <a:solidFill>
                  <a:srgbClr val="0070C0"/>
                </a:solidFill>
                <a:latin typeface="Arial"/>
                <a:ea typeface="Arial"/>
                <a:cs typeface="Arial"/>
                <a:sym typeface="Arial"/>
              </a:rPr>
              <a:t>ARCHITECTURE</a:t>
            </a:r>
            <a:endParaRPr lang="en-IN" sz="1050" b="1" dirty="0">
              <a:solidFill>
                <a:srgbClr val="231F20"/>
              </a:solidFill>
            </a:endParaRPr>
          </a:p>
          <a:p>
            <a:pPr marR="35176" lvl="0" rtl="0">
              <a:lnSpc>
                <a:spcPct val="100000"/>
              </a:lnSpc>
              <a:spcBef>
                <a:spcPts val="0"/>
              </a:spcBef>
              <a:spcAft>
                <a:spcPts val="0"/>
              </a:spcAft>
              <a:buClr>
                <a:srgbClr val="000000"/>
              </a:buClr>
              <a:buSzPts val="1167"/>
            </a:pPr>
            <a:r>
              <a:rPr lang="en-US" sz="1100" dirty="0">
                <a:solidFill>
                  <a:schemeClr val="dk1"/>
                </a:solidFill>
                <a:latin typeface="Times New Roman" panose="02020603050405020304" pitchFamily="18" charset="0"/>
                <a:cs typeface="Times New Roman" panose="02020603050405020304" pitchFamily="18" charset="0"/>
              </a:rPr>
              <a:t>The figures below show the intended architecture. In the matched-run traces, web, Wikipedia, and Wikidata were selected; Crossref, OpenAlex, arXiv, and Europe PMC were not called.</a:t>
            </a:r>
            <a:endParaRPr lang="en-US" sz="1100" b="1" dirty="0">
              <a:solidFill>
                <a:srgbClr val="0070C0"/>
              </a:solidFill>
              <a:latin typeface="Times New Roman" panose="02020603050405020304" pitchFamily="18" charset="0"/>
              <a:cs typeface="Times New Roman" panose="02020603050405020304" pitchFamily="18" charset="0"/>
            </a:endParaRPr>
          </a:p>
        </p:txBody>
      </p:sp>
      <p:pic>
        <p:nvPicPr>
          <p:cNvPr id="92" name="Google Shape;92;p13"/>
          <p:cNvPicPr preferRelativeResize="0"/>
          <p:nvPr/>
        </p:nvPicPr>
        <p:blipFill rotWithShape="1">
          <a:blip r:embed="rId3">
            <a:alphaModFix/>
          </a:blip>
          <a:srcRect/>
          <a:stretch/>
        </p:blipFill>
        <p:spPr>
          <a:xfrm>
            <a:off x="-2150" y="0"/>
            <a:ext cx="2658000" cy="1150475"/>
          </a:xfrm>
          <a:prstGeom prst="rect">
            <a:avLst/>
          </a:prstGeom>
          <a:noFill/>
          <a:ln>
            <a:noFill/>
          </a:ln>
        </p:spPr>
      </p:pic>
      <p:pic>
        <p:nvPicPr>
          <p:cNvPr id="93" name="Google Shape;93;p13"/>
          <p:cNvPicPr preferRelativeResize="0"/>
          <p:nvPr/>
        </p:nvPicPr>
        <p:blipFill rotWithShape="1">
          <a:blip r:embed="rId4">
            <a:alphaModFix/>
          </a:blip>
          <a:srcRect/>
          <a:stretch/>
        </p:blipFill>
        <p:spPr>
          <a:xfrm>
            <a:off x="10384975" y="-4650"/>
            <a:ext cx="2416626" cy="1150475"/>
          </a:xfrm>
          <a:prstGeom prst="rect">
            <a:avLst/>
          </a:prstGeom>
          <a:noFill/>
          <a:ln>
            <a:noFill/>
          </a:ln>
        </p:spPr>
      </p:pic>
      <p:graphicFrame>
        <p:nvGraphicFramePr>
          <p:cNvPr id="6" name="Table 5">
            <a:extLst>
              <a:ext uri="{FF2B5EF4-FFF2-40B4-BE49-F238E27FC236}">
                <a16:creationId xmlns:a16="http://schemas.microsoft.com/office/drawing/2014/main" id="{417CA635-065B-FAA7-0A5A-E9C1A181EDD2}"/>
              </a:ext>
            </a:extLst>
          </p:cNvPr>
          <p:cNvGraphicFramePr>
            <a:graphicFrameLocks noGrp="1"/>
          </p:cNvGraphicFramePr>
          <p:nvPr>
            <p:extLst>
              <p:ext uri="{D42A27DB-BD31-4B8C-83A1-F6EECF244321}">
                <p14:modId xmlns:p14="http://schemas.microsoft.com/office/powerpoint/2010/main" val="811107214"/>
              </p:ext>
            </p:extLst>
          </p:nvPr>
        </p:nvGraphicFramePr>
        <p:xfrm>
          <a:off x="8676641" y="1677228"/>
          <a:ext cx="3913632" cy="3048000"/>
        </p:xfrm>
        <a:graphic>
          <a:graphicData uri="http://schemas.openxmlformats.org/drawingml/2006/table">
            <a:tbl>
              <a:tblPr firstRow="1" firstCol="1" bandRow="1">
                <a:tableStyleId>{5C22544A-7EE6-4342-B048-85BDC9FD1C3A}</a:tableStyleId>
              </a:tblPr>
              <a:tblGrid>
                <a:gridCol w="1188720">
                  <a:extLst>
                    <a:ext uri="{9D8B030D-6E8A-4147-A177-3AD203B41FA5}">
                      <a16:colId xmlns:a16="http://schemas.microsoft.com/office/drawing/2014/main" val="394022942"/>
                    </a:ext>
                  </a:extLst>
                </a:gridCol>
                <a:gridCol w="1188720">
                  <a:extLst>
                    <a:ext uri="{9D8B030D-6E8A-4147-A177-3AD203B41FA5}">
                      <a16:colId xmlns:a16="http://schemas.microsoft.com/office/drawing/2014/main" val="2320198017"/>
                    </a:ext>
                  </a:extLst>
                </a:gridCol>
                <a:gridCol w="1536192">
                  <a:extLst>
                    <a:ext uri="{9D8B030D-6E8A-4147-A177-3AD203B41FA5}">
                      <a16:colId xmlns:a16="http://schemas.microsoft.com/office/drawing/2014/main" val="1995964406"/>
                    </a:ext>
                  </a:extLst>
                </a:gridCol>
              </a:tblGrid>
              <a:tr h="250869">
                <a:tc>
                  <a:txBody>
                    <a:bodyPr/>
                    <a:lstStyle/>
                    <a:p>
                      <a:r>
                        <a:rPr sz="840" b="1">
                          <a:solidFill>
                            <a:srgbClr val="FFFFFF"/>
                          </a:solidFill>
                          <a:latin typeface="Arial"/>
                        </a:rPr>
                        <a:t>System</a:t>
                      </a:r>
                    </a:p>
                  </a:txBody>
                  <a:tcPr marL="64980" marR="64980" marT="0" marB="0"/>
                </a:tc>
                <a:tc>
                  <a:txBody>
                    <a:bodyPr/>
                    <a:lstStyle/>
                    <a:p>
                      <a:r>
                        <a:rPr sz="840" b="1">
                          <a:solidFill>
                            <a:srgbClr val="FFFFFF"/>
                          </a:solidFill>
                          <a:latin typeface="Arial"/>
                        </a:rPr>
                        <a:t>Debates</a:t>
                      </a:r>
                    </a:p>
                  </a:txBody>
                  <a:tcPr marL="64980" marR="64980" marT="0" marB="0"/>
                </a:tc>
                <a:tc>
                  <a:txBody>
                    <a:bodyPr/>
                    <a:lstStyle/>
                    <a:p>
                      <a:r>
                        <a:rPr sz="840" b="1">
                          <a:solidFill>
                            <a:srgbClr val="FFFFFF"/>
                          </a:solidFill>
                          <a:latin typeface="Arial"/>
                        </a:rPr>
                        <a:t>p50 / p95 (s)</a:t>
                      </a:r>
                    </a:p>
                  </a:txBody>
                  <a:tcPr marL="64980" marR="64980" marT="0" marB="0"/>
                </a:tc>
                <a:extLst>
                  <a:ext uri="{0D108BD9-81ED-4DB2-BD59-A6C34878D82A}">
                    <a16:rowId xmlns:a16="http://schemas.microsoft.com/office/drawing/2014/main" val="416052676"/>
                  </a:ext>
                </a:extLst>
              </a:tr>
              <a:tr h="376304">
                <a:tc>
                  <a:txBody>
                    <a:bodyPr/>
                    <a:lstStyle/>
                    <a:p>
                      <a:pPr>
                        <a:spcAft>
                          <a:spcPts val="0"/>
                        </a:spcAft>
                      </a:pPr>
                      <a:r>
                        <a:rPr sz="720" b="0">
                          <a:solidFill>
                            <a:srgbClr val="222222"/>
                          </a:solidFill>
                          <a:latin typeface="Arial"/>
                        </a:rPr>
                        <a:t>Single LLM</a:t>
                      </a:r>
                    </a:p>
                  </a:txBody>
                  <a:tcPr marL="36576" marR="36576" marT="13716" marB="13716"/>
                </a:tc>
                <a:tc>
                  <a:txBody>
                    <a:bodyPr/>
                    <a:lstStyle/>
                    <a:p>
                      <a:pPr>
                        <a:spcAft>
                          <a:spcPts val="0"/>
                        </a:spcAft>
                      </a:pPr>
                      <a:r>
                        <a:rPr sz="720" b="0">
                          <a:solidFill>
                            <a:srgbClr val="222222"/>
                          </a:solidFill>
                          <a:latin typeface="Arial"/>
                        </a:rPr>
                        <a:t>0/96 (0.0%)</a:t>
                      </a:r>
                    </a:p>
                  </a:txBody>
                  <a:tcPr marL="36576" marR="36576" marT="13716" marB="13716"/>
                </a:tc>
                <a:tc>
                  <a:txBody>
                    <a:bodyPr/>
                    <a:lstStyle/>
                    <a:p>
                      <a:pPr>
                        <a:spcAft>
                          <a:spcPts val="0"/>
                        </a:spcAft>
                      </a:pPr>
                      <a:r>
                        <a:rPr sz="720" b="0">
                          <a:solidFill>
                            <a:srgbClr val="222222"/>
                          </a:solidFill>
                          <a:latin typeface="Arial"/>
                        </a:rPr>
                        <a:t>16.79 / 26.51</a:t>
                      </a:r>
                    </a:p>
                  </a:txBody>
                  <a:tcPr marL="36576" marR="36576" marT="13716" marB="13716"/>
                </a:tc>
                <a:extLst>
                  <a:ext uri="{0D108BD9-81ED-4DB2-BD59-A6C34878D82A}">
                    <a16:rowId xmlns:a16="http://schemas.microsoft.com/office/drawing/2014/main" val="1720557880"/>
                  </a:ext>
                </a:extLst>
              </a:tr>
              <a:tr h="376304">
                <a:tc>
                  <a:txBody>
                    <a:bodyPr/>
                    <a:lstStyle/>
                    <a:p>
                      <a:pPr>
                        <a:spcAft>
                          <a:spcPts val="0"/>
                        </a:spcAft>
                      </a:pPr>
                      <a:r>
                        <a:rPr sz="720" b="0">
                          <a:solidFill>
                            <a:srgbClr val="222222"/>
                          </a:solidFill>
                          <a:latin typeface="Arial"/>
                        </a:rPr>
                        <a:t>Standard MAD</a:t>
                      </a:r>
                    </a:p>
                  </a:txBody>
                  <a:tcPr marL="36576" marR="36576" marT="13716" marB="13716"/>
                </a:tc>
                <a:tc>
                  <a:txBody>
                    <a:bodyPr/>
                    <a:lstStyle/>
                    <a:p>
                      <a:pPr>
                        <a:spcAft>
                          <a:spcPts val="0"/>
                        </a:spcAft>
                      </a:pPr>
                      <a:r>
                        <a:rPr sz="720" b="0">
                          <a:solidFill>
                            <a:srgbClr val="222222"/>
                          </a:solidFill>
                          <a:latin typeface="Arial"/>
                        </a:rPr>
                        <a:t>50/96 (52.1%)</a:t>
                      </a:r>
                    </a:p>
                  </a:txBody>
                  <a:tcPr marL="36576" marR="36576" marT="13716" marB="13716"/>
                </a:tc>
                <a:tc>
                  <a:txBody>
                    <a:bodyPr/>
                    <a:lstStyle/>
                    <a:p>
                      <a:pPr>
                        <a:spcAft>
                          <a:spcPts val="0"/>
                        </a:spcAft>
                      </a:pPr>
                      <a:r>
                        <a:rPr sz="720" b="0">
                          <a:solidFill>
                            <a:srgbClr val="222222"/>
                          </a:solidFill>
                          <a:latin typeface="Arial"/>
                        </a:rPr>
                        <a:t>54.99 / 211.47</a:t>
                      </a:r>
                    </a:p>
                  </a:txBody>
                  <a:tcPr marL="36576" marR="36576" marT="13716" marB="13716"/>
                </a:tc>
                <a:extLst>
                  <a:ext uri="{0D108BD9-81ED-4DB2-BD59-A6C34878D82A}">
                    <a16:rowId xmlns:a16="http://schemas.microsoft.com/office/drawing/2014/main" val="1747581514"/>
                  </a:ext>
                </a:extLst>
              </a:tr>
              <a:tr h="376304">
                <a:tc>
                  <a:txBody>
                    <a:bodyPr/>
                    <a:lstStyle/>
                    <a:p>
                      <a:pPr>
                        <a:spcAft>
                          <a:spcPts val="0"/>
                        </a:spcAft>
                      </a:pPr>
                      <a:r>
                        <a:rPr sz="720" b="1">
                          <a:solidFill>
                            <a:srgbClr val="222222"/>
                          </a:solidFill>
                          <a:latin typeface="Arial"/>
                        </a:rPr>
                        <a:t>Evidence-MAD</a:t>
                      </a:r>
                    </a:p>
                  </a:txBody>
                  <a:tcPr marL="36576" marR="36576" marT="13716" marB="13716"/>
                </a:tc>
                <a:tc>
                  <a:txBody>
                    <a:bodyPr/>
                    <a:lstStyle/>
                    <a:p>
                      <a:pPr>
                        <a:spcAft>
                          <a:spcPts val="0"/>
                        </a:spcAft>
                      </a:pPr>
                      <a:r>
                        <a:rPr sz="720" b="1">
                          <a:solidFill>
                            <a:srgbClr val="222222"/>
                          </a:solidFill>
                          <a:latin typeface="Arial"/>
                        </a:rPr>
                        <a:t>22/96 (22.9%)</a:t>
                      </a:r>
                    </a:p>
                  </a:txBody>
                  <a:tcPr marL="36576" marR="36576" marT="13716" marB="13716"/>
                </a:tc>
                <a:tc>
                  <a:txBody>
                    <a:bodyPr/>
                    <a:lstStyle/>
                    <a:p>
                      <a:pPr>
                        <a:spcAft>
                          <a:spcPts val="0"/>
                        </a:spcAft>
                      </a:pPr>
                      <a:r>
                        <a:rPr sz="720" b="1">
                          <a:solidFill>
                            <a:srgbClr val="222222"/>
                          </a:solidFill>
                          <a:latin typeface="Arial"/>
                        </a:rPr>
                        <a:t>49.99 / 232.65</a:t>
                      </a:r>
                    </a:p>
                  </a:txBody>
                  <a:tcPr marL="36576" marR="36576" marT="13716" marB="13716"/>
                </a:tc>
                <a:extLst>
                  <a:ext uri="{0D108BD9-81ED-4DB2-BD59-A6C34878D82A}">
                    <a16:rowId xmlns:a16="http://schemas.microsoft.com/office/drawing/2014/main" val="2560351869"/>
                  </a:ext>
                </a:extLst>
              </a:tr>
              <a:tr h="501738">
                <a:tc>
                  <a:txBody>
                    <a:bodyPr/>
                    <a:lstStyle/>
                    <a:p>
                      <a:pPr>
                        <a:spcAft>
                          <a:spcPts val="0"/>
                        </a:spcAft>
                      </a:pPr>
                      <a:r>
                        <a:rPr sz="720" b="0">
                          <a:solidFill>
                            <a:srgbClr val="222222"/>
                          </a:solidFill>
                          <a:latin typeface="Arial"/>
                        </a:rPr>
                        <a:t>No Gate</a:t>
                      </a:r>
                    </a:p>
                  </a:txBody>
                  <a:tcPr marL="36576" marR="36576" marT="13716" marB="13716"/>
                </a:tc>
                <a:tc>
                  <a:txBody>
                    <a:bodyPr/>
                    <a:lstStyle/>
                    <a:p>
                      <a:pPr>
                        <a:spcAft>
                          <a:spcPts val="0"/>
                        </a:spcAft>
                      </a:pPr>
                      <a:r>
                        <a:rPr sz="720" b="0">
                          <a:solidFill>
                            <a:srgbClr val="222222"/>
                          </a:solidFill>
                          <a:latin typeface="Arial"/>
                        </a:rPr>
                        <a:t>50/96 (52.1%)</a:t>
                      </a:r>
                    </a:p>
                  </a:txBody>
                  <a:tcPr marL="36576" marR="36576" marT="13716" marB="13716"/>
                </a:tc>
                <a:tc>
                  <a:txBody>
                    <a:bodyPr/>
                    <a:lstStyle/>
                    <a:p>
                      <a:pPr>
                        <a:spcAft>
                          <a:spcPts val="0"/>
                        </a:spcAft>
                      </a:pPr>
                      <a:r>
                        <a:rPr sz="720" b="0">
                          <a:solidFill>
                            <a:srgbClr val="222222"/>
                          </a:solidFill>
                          <a:latin typeface="Arial"/>
                        </a:rPr>
                        <a:t>49.99 / 200.21</a:t>
                      </a:r>
                    </a:p>
                  </a:txBody>
                  <a:tcPr marL="36576" marR="36576" marT="13716" marB="13716"/>
                </a:tc>
                <a:extLst>
                  <a:ext uri="{0D108BD9-81ED-4DB2-BD59-A6C34878D82A}">
                    <a16:rowId xmlns:a16="http://schemas.microsoft.com/office/drawing/2014/main" val="2195815748"/>
                  </a:ext>
                </a:extLst>
              </a:tr>
              <a:tr h="376304">
                <a:tc>
                  <a:txBody>
                    <a:bodyPr/>
                    <a:lstStyle/>
                    <a:p>
                      <a:pPr>
                        <a:spcAft>
                          <a:spcPts val="0"/>
                        </a:spcAft>
                      </a:pPr>
                      <a:r>
                        <a:rPr sz="720" b="0">
                          <a:solidFill>
                            <a:srgbClr val="222222"/>
                          </a:solidFill>
                          <a:latin typeface="Arial"/>
                        </a:rPr>
                        <a:t>No Typed Strategy</a:t>
                      </a:r>
                    </a:p>
                  </a:txBody>
                  <a:tcPr marL="36576" marR="36576" marT="13716" marB="13716"/>
                </a:tc>
                <a:tc>
                  <a:txBody>
                    <a:bodyPr/>
                    <a:lstStyle/>
                    <a:p>
                      <a:pPr>
                        <a:spcAft>
                          <a:spcPts val="0"/>
                        </a:spcAft>
                      </a:pPr>
                      <a:r>
                        <a:rPr sz="720" b="0">
                          <a:solidFill>
                            <a:srgbClr val="222222"/>
                          </a:solidFill>
                          <a:latin typeface="Arial"/>
                        </a:rPr>
                        <a:t>23/96 (24.0%)</a:t>
                      </a:r>
                    </a:p>
                  </a:txBody>
                  <a:tcPr marL="36576" marR="36576" marT="13716" marB="13716"/>
                </a:tc>
                <a:tc>
                  <a:txBody>
                    <a:bodyPr/>
                    <a:lstStyle/>
                    <a:p>
                      <a:pPr>
                        <a:spcAft>
                          <a:spcPts val="0"/>
                        </a:spcAft>
                      </a:pPr>
                      <a:r>
                        <a:rPr sz="720" b="0">
                          <a:solidFill>
                            <a:srgbClr val="222222"/>
                          </a:solidFill>
                          <a:latin typeface="Arial"/>
                        </a:rPr>
                        <a:t>54.99 / 238.55</a:t>
                      </a:r>
                    </a:p>
                  </a:txBody>
                  <a:tcPr marL="36576" marR="36576" marT="13716" marB="13716"/>
                </a:tc>
                <a:extLst>
                  <a:ext uri="{0D108BD9-81ED-4DB2-BD59-A6C34878D82A}">
                    <a16:rowId xmlns:a16="http://schemas.microsoft.com/office/drawing/2014/main" val="4085626832"/>
                  </a:ext>
                </a:extLst>
              </a:tr>
              <a:tr h="250869">
                <a:tc>
                  <a:txBody>
                    <a:bodyPr/>
                    <a:lstStyle/>
                    <a:p>
                      <a:pPr>
                        <a:spcAft>
                          <a:spcPts val="0"/>
                        </a:spcAft>
                      </a:pPr>
                      <a:r>
                        <a:rPr sz="720" b="0">
                          <a:solidFill>
                            <a:srgbClr val="222222"/>
                          </a:solidFill>
                          <a:latin typeface="Arial"/>
                        </a:rPr>
                        <a:t>No Relevance Filter</a:t>
                      </a:r>
                    </a:p>
                  </a:txBody>
                  <a:tcPr marL="36576" marR="36576" marT="13716" marB="13716"/>
                </a:tc>
                <a:tc>
                  <a:txBody>
                    <a:bodyPr/>
                    <a:lstStyle/>
                    <a:p>
                      <a:pPr>
                        <a:spcAft>
                          <a:spcPts val="0"/>
                        </a:spcAft>
                      </a:pPr>
                      <a:r>
                        <a:rPr sz="720" b="0">
                          <a:solidFill>
                            <a:srgbClr val="222222"/>
                          </a:solidFill>
                          <a:latin typeface="Arial"/>
                        </a:rPr>
                        <a:t>18/96 (18.8%)</a:t>
                      </a:r>
                    </a:p>
                  </a:txBody>
                  <a:tcPr marL="36576" marR="36576" marT="13716" marB="13716"/>
                </a:tc>
                <a:tc>
                  <a:txBody>
                    <a:bodyPr/>
                    <a:lstStyle/>
                    <a:p>
                      <a:pPr>
                        <a:spcAft>
                          <a:spcPts val="0"/>
                        </a:spcAft>
                      </a:pPr>
                      <a:r>
                        <a:rPr sz="720" b="0">
                          <a:solidFill>
                            <a:srgbClr val="222222"/>
                          </a:solidFill>
                          <a:latin typeface="Arial"/>
                        </a:rPr>
                        <a:t>54.96 / 205.42</a:t>
                      </a:r>
                    </a:p>
                  </a:txBody>
                  <a:tcPr marL="36576" marR="36576" marT="13716" marB="13716"/>
                </a:tc>
                <a:extLst>
                  <a:ext uri="{0D108BD9-81ED-4DB2-BD59-A6C34878D82A}">
                    <a16:rowId xmlns:a16="http://schemas.microsoft.com/office/drawing/2014/main" val="517393118"/>
                  </a:ext>
                </a:extLst>
              </a:tr>
            </a:tbl>
          </a:graphicData>
        </a:graphic>
      </p:graphicFrame>
      <p:pic>
        <p:nvPicPr>
          <p:cNvPr id="94" name="Picture 93" descr="evidence_mad_architecture.png"/>
          <p:cNvPicPr>
            <a:picLocks noChangeAspect="1"/>
          </p:cNvPicPr>
          <p:nvPr/>
        </p:nvPicPr>
        <p:blipFill>
          <a:blip r:embed="rId6"/>
          <a:stretch>
            <a:fillRect/>
          </a:stretch>
        </p:blipFill>
        <p:spPr>
          <a:xfrm>
            <a:off x="4498848" y="5513832"/>
            <a:ext cx="3749039" cy="2112264"/>
          </a:xfrm>
          <a:prstGeom prst="rect">
            <a:avLst/>
          </a:prstGeom>
        </p:spPr>
      </p:pic>
      <p:pic>
        <p:nvPicPr>
          <p:cNvPr id="95" name="Picture 94" descr="architecture_diagram.png"/>
          <p:cNvPicPr>
            <a:picLocks noChangeAspect="1"/>
          </p:cNvPicPr>
          <p:nvPr/>
        </p:nvPicPr>
        <p:blipFill>
          <a:blip r:embed="rId7"/>
          <a:stretch>
            <a:fillRect/>
          </a:stretch>
        </p:blipFill>
        <p:spPr>
          <a:xfrm>
            <a:off x="4809744" y="7653527"/>
            <a:ext cx="3108960" cy="18105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757</Words>
  <Application>Microsoft Office PowerPoint</Application>
  <PresentationFormat>A3 Paper (297x420 mm)</PresentationFormat>
  <Paragraphs>107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Liberation Serif</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VIT Chennai project team</dc:creator>
  <cp:lastModifiedBy>Himanshu singh</cp:lastModifiedBy>
  <cp:revision>1</cp:revision>
  <dcterms:modified xsi:type="dcterms:W3CDTF">2025-04-13T19:23:36Z</dcterms:modified>
  <dc:title>Evidence-MAD Project Poster</dc:title>
  <dc:subject>Completed using the supplied Poster_Review.pptx layout</dc:subject>
</cp:coreProperties>
</file>